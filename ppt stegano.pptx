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7" r:id="rId2"/>
    <p:sldId id="258" r:id="rId3"/>
    <p:sldId id="279" r:id="rId4"/>
    <p:sldId id="259" r:id="rId5"/>
    <p:sldId id="260" r:id="rId6"/>
    <p:sldId id="261" r:id="rId7"/>
    <p:sldId id="262" r:id="rId8"/>
    <p:sldId id="278" r:id="rId9"/>
    <p:sldId id="270" r:id="rId10"/>
    <p:sldId id="271" r:id="rId11"/>
    <p:sldId id="272" r:id="rId12"/>
    <p:sldId id="273" r:id="rId13"/>
    <p:sldId id="264" r:id="rId14"/>
    <p:sldId id="265" r:id="rId15"/>
    <p:sldId id="266" r:id="rId16"/>
    <p:sldId id="267" r:id="rId17"/>
    <p:sldId id="268" r:id="rId18"/>
    <p:sldId id="269" r:id="rId19"/>
    <p:sldId id="274" r:id="rId20"/>
    <p:sldId id="275" r:id="rId21"/>
    <p:sldId id="276"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6790"/>
    <a:srgbClr val="3B94B4"/>
    <a:srgbClr val="87F8FB"/>
    <a:srgbClr val="6EA6CF"/>
    <a:srgbClr val="EBC5C5"/>
    <a:srgbClr val="CF6E6F"/>
    <a:srgbClr val="CE6E6F"/>
    <a:srgbClr val="CF6FB1"/>
    <a:srgbClr val="9F006E"/>
    <a:srgbClr val="902F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471" autoAdjust="0"/>
    <p:restoredTop sz="94660"/>
  </p:normalViewPr>
  <p:slideViewPr>
    <p:cSldViewPr>
      <p:cViewPr varScale="1">
        <p:scale>
          <a:sx n="79" d="100"/>
          <a:sy n="79" d="100"/>
        </p:scale>
        <p:origin x="1762" y="7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67"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668"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669"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670"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71"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672"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9A0EA98-5831-4853-B862-C702E6EB345C}" type="slidenum">
              <a:rPr lang="en-US"/>
              <a:t>2</a:t>
            </a:fld>
            <a:endParaRPr lang="en-US"/>
          </a:p>
        </p:txBody>
      </p:sp>
    </p:spTree>
    <p:extLst>
      <p:ext uri="{BB962C8B-B14F-4D97-AF65-F5344CB8AC3E}">
        <p14:creationId xmlns:p14="http://schemas.microsoft.com/office/powerpoint/2010/main" val="649464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9A0EA98-5831-4853-B862-C702E6EB345C}" type="slidenum">
              <a:rPr lang="en-US"/>
              <a:t>20</a:t>
            </a:fld>
            <a:endParaRPr lang="en-US"/>
          </a:p>
        </p:txBody>
      </p:sp>
    </p:spTree>
    <p:extLst>
      <p:ext uri="{BB962C8B-B14F-4D97-AF65-F5344CB8AC3E}">
        <p14:creationId xmlns:p14="http://schemas.microsoft.com/office/powerpoint/2010/main" val="3398531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8"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589"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048590" name="Date Placeholder 3"/>
          <p:cNvSpPr>
            <a:spLocks noGrp="1"/>
          </p:cNvSpPr>
          <p:nvPr>
            <p:ph type="dt" sz="half" idx="10"/>
          </p:nvPr>
        </p:nvSpPr>
        <p:spPr/>
        <p:txBody>
          <a:bodyPr/>
          <a:lstStyle/>
          <a:p>
            <a:fld id="{DD693DDC-3493-4EE3-8833-58DB2920A634}" type="datetimeFigureOut">
              <a:rPr lang="en-US" smtClean="0"/>
              <a:t>2/20/2026</a:t>
            </a:fld>
            <a:endParaRPr lang="en-US"/>
          </a:p>
        </p:txBody>
      </p:sp>
      <p:sp>
        <p:nvSpPr>
          <p:cNvPr id="1048591" name="Footer Placeholder 4"/>
          <p:cNvSpPr>
            <a:spLocks noGrp="1"/>
          </p:cNvSpPr>
          <p:nvPr>
            <p:ph type="ftr" sz="quarter" idx="11"/>
          </p:nvPr>
        </p:nvSpPr>
        <p:spPr/>
        <p:txBody>
          <a:bodyPr/>
          <a:lstStyle/>
          <a:p>
            <a:endParaRPr lang="en-US"/>
          </a:p>
        </p:txBody>
      </p:sp>
      <p:sp>
        <p:nvSpPr>
          <p:cNvPr id="1048592" name="Slide Number Placeholder 5"/>
          <p:cNvSpPr>
            <a:spLocks noGrp="1"/>
          </p:cNvSpPr>
          <p:nvPr>
            <p:ph type="sldNum" sz="quarter" idx="12"/>
          </p:nvPr>
        </p:nvSpPr>
        <p:spPr/>
        <p:txBody>
          <a:bodyPr/>
          <a:lstStyle/>
          <a:p>
            <a:fld id="{994DBC35-8FFF-462D-833C-DF2D2018014E}"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602" name="Title 1"/>
          <p:cNvSpPr>
            <a:spLocks noGrp="1"/>
          </p:cNvSpPr>
          <p:nvPr>
            <p:ph type="title"/>
          </p:nvPr>
        </p:nvSpPr>
        <p:spPr/>
        <p:txBody>
          <a:bodyPr/>
          <a:lstStyle/>
          <a:p>
            <a:r>
              <a:rPr lang="en-US"/>
              <a:t>Click to edit Master title style</a:t>
            </a:r>
          </a:p>
        </p:txBody>
      </p:sp>
      <p:sp>
        <p:nvSpPr>
          <p:cNvPr id="104860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04" name="Date Placeholder 3"/>
          <p:cNvSpPr>
            <a:spLocks noGrp="1"/>
          </p:cNvSpPr>
          <p:nvPr>
            <p:ph type="dt" sz="half" idx="10"/>
          </p:nvPr>
        </p:nvSpPr>
        <p:spPr/>
        <p:txBody>
          <a:bodyPr/>
          <a:lstStyle/>
          <a:p>
            <a:fld id="{DD693DDC-3493-4EE3-8833-58DB2920A634}" type="datetimeFigureOut">
              <a:rPr lang="en-US" smtClean="0"/>
              <a:t>2/20/2026</a:t>
            </a:fld>
            <a:endParaRPr lang="en-US"/>
          </a:p>
        </p:txBody>
      </p:sp>
      <p:sp>
        <p:nvSpPr>
          <p:cNvPr id="1048605" name="Footer Placeholder 4"/>
          <p:cNvSpPr>
            <a:spLocks noGrp="1"/>
          </p:cNvSpPr>
          <p:nvPr>
            <p:ph type="ftr" sz="quarter" idx="11"/>
          </p:nvPr>
        </p:nvSpPr>
        <p:spPr/>
        <p:txBody>
          <a:bodyPr/>
          <a:lstStyle/>
          <a:p>
            <a:endParaRPr lang="en-US"/>
          </a:p>
        </p:txBody>
      </p:sp>
      <p:sp>
        <p:nvSpPr>
          <p:cNvPr id="1048606" name="Slide Number Placeholder 5"/>
          <p:cNvSpPr>
            <a:spLocks noGrp="1"/>
          </p:cNvSpPr>
          <p:nvPr>
            <p:ph type="sldNum" sz="quarter" idx="12"/>
          </p:nvPr>
        </p:nvSpPr>
        <p:spPr/>
        <p:txBody>
          <a:bodyPr/>
          <a:lstStyle/>
          <a:p>
            <a:fld id="{994DBC35-8FFF-462D-833C-DF2D2018014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581"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582"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583" name="Date Placeholder 3"/>
          <p:cNvSpPr>
            <a:spLocks noGrp="1"/>
          </p:cNvSpPr>
          <p:nvPr>
            <p:ph type="dt" sz="half" idx="10"/>
          </p:nvPr>
        </p:nvSpPr>
        <p:spPr/>
        <p:txBody>
          <a:bodyPr/>
          <a:lstStyle/>
          <a:p>
            <a:fld id="{DD693DDC-3493-4EE3-8833-58DB2920A634}" type="datetimeFigureOut">
              <a:rPr lang="en-US" smtClean="0"/>
              <a:t>2/20/2026</a:t>
            </a:fld>
            <a:endParaRPr lang="en-US"/>
          </a:p>
        </p:txBody>
      </p:sp>
      <p:sp>
        <p:nvSpPr>
          <p:cNvPr id="1048584" name="Footer Placeholder 4"/>
          <p:cNvSpPr>
            <a:spLocks noGrp="1"/>
          </p:cNvSpPr>
          <p:nvPr>
            <p:ph type="ftr" sz="quarter" idx="11"/>
          </p:nvPr>
        </p:nvSpPr>
        <p:spPr/>
        <p:txBody>
          <a:bodyPr/>
          <a:lstStyle/>
          <a:p>
            <a:endParaRPr lang="en-US"/>
          </a:p>
        </p:txBody>
      </p:sp>
      <p:sp>
        <p:nvSpPr>
          <p:cNvPr id="1048585" name="Slide Number Placeholder 5"/>
          <p:cNvSpPr>
            <a:spLocks noGrp="1"/>
          </p:cNvSpPr>
          <p:nvPr>
            <p:ph type="sldNum" sz="quarter" idx="12"/>
          </p:nvPr>
        </p:nvSpPr>
        <p:spPr/>
        <p:txBody>
          <a:bodyPr/>
          <a:lstStyle/>
          <a:p>
            <a:fld id="{994DBC35-8FFF-462D-833C-DF2D2018014E}"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24" name="Title 1"/>
          <p:cNvSpPr>
            <a:spLocks noGrp="1"/>
          </p:cNvSpPr>
          <p:nvPr>
            <p:ph type="title"/>
          </p:nvPr>
        </p:nvSpPr>
        <p:spPr/>
        <p:txBody>
          <a:bodyPr/>
          <a:lstStyle/>
          <a:p>
            <a:r>
              <a:rPr lang="en-US"/>
              <a:t>Click to edit Master title style</a:t>
            </a:r>
          </a:p>
        </p:txBody>
      </p:sp>
      <p:sp>
        <p:nvSpPr>
          <p:cNvPr id="1048625"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26"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27" name="Date Placeholder 4"/>
          <p:cNvSpPr>
            <a:spLocks noGrp="1"/>
          </p:cNvSpPr>
          <p:nvPr>
            <p:ph type="dt" sz="half" idx="10"/>
          </p:nvPr>
        </p:nvSpPr>
        <p:spPr/>
        <p:txBody>
          <a:bodyPr/>
          <a:lstStyle/>
          <a:p>
            <a:fld id="{DD693DDC-3493-4EE3-8833-58DB2920A634}" type="datetimeFigureOut">
              <a:rPr lang="en-US" smtClean="0"/>
              <a:t>2/20/2026</a:t>
            </a:fld>
            <a:endParaRPr lang="en-US"/>
          </a:p>
        </p:txBody>
      </p:sp>
      <p:sp>
        <p:nvSpPr>
          <p:cNvPr id="1048628" name="Footer Placeholder 5"/>
          <p:cNvSpPr>
            <a:spLocks noGrp="1"/>
          </p:cNvSpPr>
          <p:nvPr>
            <p:ph type="ftr" sz="quarter" idx="11"/>
          </p:nvPr>
        </p:nvSpPr>
        <p:spPr/>
        <p:txBody>
          <a:bodyPr/>
          <a:lstStyle/>
          <a:p>
            <a:endParaRPr lang="en-US"/>
          </a:p>
        </p:txBody>
      </p:sp>
      <p:sp>
        <p:nvSpPr>
          <p:cNvPr id="1048629" name="Slide Number Placeholder 6"/>
          <p:cNvSpPr>
            <a:spLocks noGrp="1"/>
          </p:cNvSpPr>
          <p:nvPr>
            <p:ph type="sldNum" sz="quarter" idx="12"/>
          </p:nvPr>
        </p:nvSpPr>
        <p:spPr/>
        <p:txBody>
          <a:bodyPr/>
          <a:lstStyle/>
          <a:p>
            <a:fld id="{994DBC35-8FFF-462D-833C-DF2D2018014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30" name="Title 1"/>
          <p:cNvSpPr>
            <a:spLocks noGrp="1"/>
          </p:cNvSpPr>
          <p:nvPr>
            <p:ph type="title"/>
          </p:nvPr>
        </p:nvSpPr>
        <p:spPr/>
        <p:txBody>
          <a:bodyPr/>
          <a:lstStyle/>
          <a:p>
            <a:r>
              <a:rPr lang="en-US"/>
              <a:t>Click to edit Master title style</a:t>
            </a:r>
          </a:p>
        </p:txBody>
      </p:sp>
      <p:sp>
        <p:nvSpPr>
          <p:cNvPr id="1048631" name="Text Placeholder 2"/>
          <p:cNvSpPr>
            <a:spLocks noGrp="1"/>
          </p:cNvSpPr>
          <p:nvPr>
            <p:ph type="body" idx="1"/>
          </p:nvPr>
        </p:nvSpPr>
        <p:spPr>
          <a:xfrm>
            <a:off x="457200" y="1535113"/>
            <a:ext cx="4040188" cy="639762"/>
          </a:xfrm>
        </p:spPr>
        <p:txBody>
          <a:bodyPr anchor="b">
            <a:normAutofit fontScale="95833" lnSpcReduction="20000"/>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32"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33" name="Text Placeholder 4"/>
          <p:cNvSpPr>
            <a:spLocks noGrp="1"/>
          </p:cNvSpPr>
          <p:nvPr>
            <p:ph type="body" sz="quarter" idx="3"/>
          </p:nvPr>
        </p:nvSpPr>
        <p:spPr>
          <a:xfrm>
            <a:off x="4645025" y="1535113"/>
            <a:ext cx="4041775" cy="639762"/>
          </a:xfrm>
        </p:spPr>
        <p:txBody>
          <a:bodyPr anchor="b">
            <a:normAutofit fontScale="95833" lnSpcReduction="20000"/>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34"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35" name="Date Placeholder 6"/>
          <p:cNvSpPr>
            <a:spLocks noGrp="1"/>
          </p:cNvSpPr>
          <p:nvPr>
            <p:ph type="dt" sz="half" idx="10"/>
          </p:nvPr>
        </p:nvSpPr>
        <p:spPr/>
        <p:txBody>
          <a:bodyPr/>
          <a:lstStyle/>
          <a:p>
            <a:fld id="{DD693DDC-3493-4EE3-8833-58DB2920A634}" type="datetimeFigureOut">
              <a:rPr lang="en-US" smtClean="0"/>
              <a:t>2/20/2026</a:t>
            </a:fld>
            <a:endParaRPr lang="en-US"/>
          </a:p>
        </p:txBody>
      </p:sp>
      <p:sp>
        <p:nvSpPr>
          <p:cNvPr id="1048636" name="Footer Placeholder 7"/>
          <p:cNvSpPr>
            <a:spLocks noGrp="1"/>
          </p:cNvSpPr>
          <p:nvPr>
            <p:ph type="ftr" sz="quarter" idx="11"/>
          </p:nvPr>
        </p:nvSpPr>
        <p:spPr/>
        <p:txBody>
          <a:bodyPr/>
          <a:lstStyle/>
          <a:p>
            <a:endParaRPr lang="en-US"/>
          </a:p>
        </p:txBody>
      </p:sp>
      <p:sp>
        <p:nvSpPr>
          <p:cNvPr id="1048637" name="Slide Number Placeholder 8"/>
          <p:cNvSpPr>
            <a:spLocks noGrp="1"/>
          </p:cNvSpPr>
          <p:nvPr>
            <p:ph type="sldNum" sz="quarter" idx="12"/>
          </p:nvPr>
        </p:nvSpPr>
        <p:spPr/>
        <p:txBody>
          <a:bodyPr/>
          <a:lstStyle/>
          <a:p>
            <a:fld id="{994DBC35-8FFF-462D-833C-DF2D2018014E}"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38" name="Title 1"/>
          <p:cNvSpPr>
            <a:spLocks noGrp="1"/>
          </p:cNvSpPr>
          <p:nvPr>
            <p:ph type="title"/>
          </p:nvPr>
        </p:nvSpPr>
        <p:spPr/>
        <p:txBody>
          <a:bodyPr/>
          <a:lstStyle/>
          <a:p>
            <a:r>
              <a:rPr lang="en-US"/>
              <a:t>Click to edit Master title style</a:t>
            </a:r>
          </a:p>
        </p:txBody>
      </p:sp>
      <p:sp>
        <p:nvSpPr>
          <p:cNvPr id="1048639" name="Date Placeholder 2"/>
          <p:cNvSpPr>
            <a:spLocks noGrp="1"/>
          </p:cNvSpPr>
          <p:nvPr>
            <p:ph type="dt" sz="half" idx="10"/>
          </p:nvPr>
        </p:nvSpPr>
        <p:spPr/>
        <p:txBody>
          <a:bodyPr/>
          <a:lstStyle/>
          <a:p>
            <a:fld id="{DD693DDC-3493-4EE3-8833-58DB2920A634}" type="datetimeFigureOut">
              <a:rPr lang="en-US" smtClean="0"/>
              <a:t>2/20/2026</a:t>
            </a:fld>
            <a:endParaRPr lang="en-US"/>
          </a:p>
        </p:txBody>
      </p:sp>
      <p:sp>
        <p:nvSpPr>
          <p:cNvPr id="1048640" name="Footer Placeholder 3"/>
          <p:cNvSpPr>
            <a:spLocks noGrp="1"/>
          </p:cNvSpPr>
          <p:nvPr>
            <p:ph type="ftr" sz="quarter" idx="11"/>
          </p:nvPr>
        </p:nvSpPr>
        <p:spPr/>
        <p:txBody>
          <a:bodyPr/>
          <a:lstStyle/>
          <a:p>
            <a:endParaRPr lang="en-US"/>
          </a:p>
        </p:txBody>
      </p:sp>
      <p:sp>
        <p:nvSpPr>
          <p:cNvPr id="1048641" name="Slide Number Placeholder 4"/>
          <p:cNvSpPr>
            <a:spLocks noGrp="1"/>
          </p:cNvSpPr>
          <p:nvPr>
            <p:ph type="sldNum" sz="quarter" idx="12"/>
          </p:nvPr>
        </p:nvSpPr>
        <p:spPr/>
        <p:txBody>
          <a:bodyPr/>
          <a:lstStyle/>
          <a:p>
            <a:fld id="{994DBC35-8FFF-462D-833C-DF2D2018014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47" name="Date Placeholder 1"/>
          <p:cNvSpPr>
            <a:spLocks noGrp="1"/>
          </p:cNvSpPr>
          <p:nvPr>
            <p:ph type="dt" sz="half" idx="10"/>
          </p:nvPr>
        </p:nvSpPr>
        <p:spPr/>
        <p:txBody>
          <a:bodyPr/>
          <a:lstStyle/>
          <a:p>
            <a:fld id="{DD693DDC-3493-4EE3-8833-58DB2920A634}" type="datetimeFigureOut">
              <a:rPr lang="en-US" smtClean="0"/>
              <a:t>2/20/2026</a:t>
            </a:fld>
            <a:endParaRPr lang="en-US"/>
          </a:p>
        </p:txBody>
      </p:sp>
      <p:sp>
        <p:nvSpPr>
          <p:cNvPr id="1048648" name="Footer Placeholder 2"/>
          <p:cNvSpPr>
            <a:spLocks noGrp="1"/>
          </p:cNvSpPr>
          <p:nvPr>
            <p:ph type="ftr" sz="quarter" idx="11"/>
          </p:nvPr>
        </p:nvSpPr>
        <p:spPr/>
        <p:txBody>
          <a:bodyPr/>
          <a:lstStyle/>
          <a:p>
            <a:endParaRPr lang="en-US"/>
          </a:p>
        </p:txBody>
      </p:sp>
      <p:sp>
        <p:nvSpPr>
          <p:cNvPr id="1048649" name="Slide Number Placeholder 3"/>
          <p:cNvSpPr>
            <a:spLocks noGrp="1"/>
          </p:cNvSpPr>
          <p:nvPr>
            <p:ph type="sldNum" sz="quarter" idx="12"/>
          </p:nvPr>
        </p:nvSpPr>
        <p:spPr/>
        <p:txBody>
          <a:bodyPr/>
          <a:lstStyle/>
          <a:p>
            <a:fld id="{994DBC35-8FFF-462D-833C-DF2D2018014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61"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48662"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3"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64" name="Date Placeholder 4"/>
          <p:cNvSpPr>
            <a:spLocks noGrp="1"/>
          </p:cNvSpPr>
          <p:nvPr>
            <p:ph type="dt" sz="half" idx="10"/>
          </p:nvPr>
        </p:nvSpPr>
        <p:spPr/>
        <p:txBody>
          <a:bodyPr/>
          <a:lstStyle/>
          <a:p>
            <a:fld id="{DD693DDC-3493-4EE3-8833-58DB2920A634}" type="datetimeFigureOut">
              <a:rPr lang="en-US" smtClean="0"/>
              <a:t>2/20/2026</a:t>
            </a:fld>
            <a:endParaRPr lang="en-US"/>
          </a:p>
        </p:txBody>
      </p:sp>
      <p:sp>
        <p:nvSpPr>
          <p:cNvPr id="1048665" name="Footer Placeholder 5"/>
          <p:cNvSpPr>
            <a:spLocks noGrp="1"/>
          </p:cNvSpPr>
          <p:nvPr>
            <p:ph type="ftr" sz="quarter" idx="11"/>
          </p:nvPr>
        </p:nvSpPr>
        <p:spPr/>
        <p:txBody>
          <a:bodyPr/>
          <a:lstStyle/>
          <a:p>
            <a:endParaRPr lang="en-US"/>
          </a:p>
        </p:txBody>
      </p:sp>
      <p:sp>
        <p:nvSpPr>
          <p:cNvPr id="1048666" name="Slide Number Placeholder 6"/>
          <p:cNvSpPr>
            <a:spLocks noGrp="1"/>
          </p:cNvSpPr>
          <p:nvPr>
            <p:ph type="sldNum" sz="quarter" idx="12"/>
          </p:nvPr>
        </p:nvSpPr>
        <p:spPr/>
        <p:txBody>
          <a:bodyPr/>
          <a:lstStyle/>
          <a:p>
            <a:fld id="{994DBC35-8FFF-462D-833C-DF2D2018014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50"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1048651"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52"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53" name="Date Placeholder 4"/>
          <p:cNvSpPr>
            <a:spLocks noGrp="1"/>
          </p:cNvSpPr>
          <p:nvPr>
            <p:ph type="dt" sz="half" idx="10"/>
          </p:nvPr>
        </p:nvSpPr>
        <p:spPr/>
        <p:txBody>
          <a:bodyPr/>
          <a:lstStyle/>
          <a:p>
            <a:fld id="{DD693DDC-3493-4EE3-8833-58DB2920A634}" type="datetimeFigureOut">
              <a:rPr lang="en-US" smtClean="0"/>
              <a:t>2/20/2026</a:t>
            </a:fld>
            <a:endParaRPr lang="en-US"/>
          </a:p>
        </p:txBody>
      </p:sp>
      <p:sp>
        <p:nvSpPr>
          <p:cNvPr id="1048654" name="Footer Placeholder 5"/>
          <p:cNvSpPr>
            <a:spLocks noGrp="1"/>
          </p:cNvSpPr>
          <p:nvPr>
            <p:ph type="ftr" sz="quarter" idx="11"/>
          </p:nvPr>
        </p:nvSpPr>
        <p:spPr/>
        <p:txBody>
          <a:bodyPr/>
          <a:lstStyle/>
          <a:p>
            <a:endParaRPr lang="en-US"/>
          </a:p>
        </p:txBody>
      </p:sp>
      <p:sp>
        <p:nvSpPr>
          <p:cNvPr id="1048655" name="Slide Number Placeholder 6"/>
          <p:cNvSpPr>
            <a:spLocks noGrp="1"/>
          </p:cNvSpPr>
          <p:nvPr>
            <p:ph type="sldNum" sz="quarter" idx="12"/>
          </p:nvPr>
        </p:nvSpPr>
        <p:spPr/>
        <p:txBody>
          <a:bodyPr/>
          <a:lstStyle/>
          <a:p>
            <a:fld id="{994DBC35-8FFF-462D-833C-DF2D2018014E}"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56" name="Title 1"/>
          <p:cNvSpPr>
            <a:spLocks noGrp="1"/>
          </p:cNvSpPr>
          <p:nvPr>
            <p:ph type="title"/>
          </p:nvPr>
        </p:nvSpPr>
        <p:spPr/>
        <p:txBody>
          <a:bodyPr/>
          <a:lstStyle/>
          <a:p>
            <a:r>
              <a:rPr lang="en-US"/>
              <a:t>Click to edit Master title style</a:t>
            </a:r>
          </a:p>
        </p:txBody>
      </p:sp>
      <p:sp>
        <p:nvSpPr>
          <p:cNvPr id="1048657"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8" name="Date Placeholder 3"/>
          <p:cNvSpPr>
            <a:spLocks noGrp="1"/>
          </p:cNvSpPr>
          <p:nvPr>
            <p:ph type="dt" sz="half" idx="10"/>
          </p:nvPr>
        </p:nvSpPr>
        <p:spPr/>
        <p:txBody>
          <a:bodyPr/>
          <a:lstStyle/>
          <a:p>
            <a:fld id="{DD693DDC-3493-4EE3-8833-58DB2920A634}" type="datetimeFigureOut">
              <a:rPr lang="en-US" smtClean="0"/>
              <a:t>2/20/2026</a:t>
            </a:fld>
            <a:endParaRPr lang="en-US"/>
          </a:p>
        </p:txBody>
      </p:sp>
      <p:sp>
        <p:nvSpPr>
          <p:cNvPr id="1048659" name="Footer Placeholder 4"/>
          <p:cNvSpPr>
            <a:spLocks noGrp="1"/>
          </p:cNvSpPr>
          <p:nvPr>
            <p:ph type="ftr" sz="quarter" idx="11"/>
          </p:nvPr>
        </p:nvSpPr>
        <p:spPr/>
        <p:txBody>
          <a:bodyPr/>
          <a:lstStyle/>
          <a:p>
            <a:endParaRPr lang="en-US"/>
          </a:p>
        </p:txBody>
      </p:sp>
      <p:sp>
        <p:nvSpPr>
          <p:cNvPr id="1048660" name="Slide Number Placeholder 5"/>
          <p:cNvSpPr>
            <a:spLocks noGrp="1"/>
          </p:cNvSpPr>
          <p:nvPr>
            <p:ph type="sldNum" sz="quarter" idx="12"/>
          </p:nvPr>
        </p:nvSpPr>
        <p:spPr/>
        <p:txBody>
          <a:bodyPr/>
          <a:lstStyle/>
          <a:p>
            <a:fld id="{994DBC35-8FFF-462D-833C-DF2D2018014E}"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4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64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4" name="Date Placeholder 3"/>
          <p:cNvSpPr>
            <a:spLocks noGrp="1"/>
          </p:cNvSpPr>
          <p:nvPr>
            <p:ph type="dt" sz="half" idx="10"/>
          </p:nvPr>
        </p:nvSpPr>
        <p:spPr/>
        <p:txBody>
          <a:bodyPr/>
          <a:lstStyle/>
          <a:p>
            <a:fld id="{DD693DDC-3493-4EE3-8833-58DB2920A634}" type="datetimeFigureOut">
              <a:rPr lang="en-US" smtClean="0"/>
              <a:t>2/20/2026</a:t>
            </a:fld>
            <a:endParaRPr lang="en-US"/>
          </a:p>
        </p:txBody>
      </p:sp>
      <p:sp>
        <p:nvSpPr>
          <p:cNvPr id="1048645" name="Footer Placeholder 4"/>
          <p:cNvSpPr>
            <a:spLocks noGrp="1"/>
          </p:cNvSpPr>
          <p:nvPr>
            <p:ph type="ftr" sz="quarter" idx="11"/>
          </p:nvPr>
        </p:nvSpPr>
        <p:spPr/>
        <p:txBody>
          <a:bodyPr/>
          <a:lstStyle/>
          <a:p>
            <a:endParaRPr lang="en-US"/>
          </a:p>
        </p:txBody>
      </p:sp>
      <p:sp>
        <p:nvSpPr>
          <p:cNvPr id="1048646" name="Slide Number Placeholder 5"/>
          <p:cNvSpPr>
            <a:spLocks noGrp="1"/>
          </p:cNvSpPr>
          <p:nvPr>
            <p:ph type="sldNum" sz="quarter" idx="12"/>
          </p:nvPr>
        </p:nvSpPr>
        <p:spPr/>
        <p:txBody>
          <a:bodyPr/>
          <a:lstStyle/>
          <a:p>
            <a:fld id="{994DBC35-8FFF-462D-833C-DF2D2018014E}"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1048577"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693DDC-3493-4EE3-8833-58DB2920A634}" type="datetimeFigureOut">
              <a:rPr lang="en-US" smtClean="0"/>
              <a:t>2/20/2026</a:t>
            </a:fld>
            <a:endParaRPr lang="en-US"/>
          </a:p>
        </p:txBody>
      </p:sp>
      <p:sp>
        <p:nvSpPr>
          <p:cNvPr id="1048579"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4DBC35-8FFF-462D-833C-DF2D2018014E}"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9" name="Title 1"/>
          <p:cNvSpPr>
            <a:spLocks noGrp="1"/>
          </p:cNvSpPr>
          <p:nvPr>
            <p:ph type="ctrTitle"/>
          </p:nvPr>
        </p:nvSpPr>
        <p:spPr>
          <a:xfrm>
            <a:off x="-631371" y="-42221"/>
            <a:ext cx="9220200" cy="2351314"/>
          </a:xfrm>
        </p:spPr>
        <p:style>
          <a:lnRef idx="1">
            <a:schemeClr val="accent3"/>
          </a:lnRef>
          <a:fillRef idx="3">
            <a:schemeClr val="accent3"/>
          </a:fillRef>
          <a:effectRef idx="2">
            <a:schemeClr val="accent3"/>
          </a:effectRef>
          <a:fontRef idx="minor">
            <a:schemeClr val="lt1"/>
          </a:fontRef>
        </p:style>
        <p:txBody>
          <a:bodyPr/>
          <a:lstStyle/>
          <a:p>
            <a:r>
              <a:rPr lang="en-US" dirty="0"/>
              <a:t>DUAL STEGANOGRAPHY</a:t>
            </a:r>
          </a:p>
        </p:txBody>
      </p:sp>
      <p:sp>
        <p:nvSpPr>
          <p:cNvPr id="1048600" name="Subtitle 2"/>
          <p:cNvSpPr>
            <a:spLocks noGrp="1"/>
          </p:cNvSpPr>
          <p:nvPr>
            <p:ph type="subTitle" idx="1"/>
          </p:nvPr>
        </p:nvSpPr>
        <p:spPr>
          <a:xfrm>
            <a:off x="0" y="2351314"/>
            <a:ext cx="9220200" cy="4390571"/>
          </a:xfrm>
        </p:spPr>
        <p:style>
          <a:lnRef idx="1">
            <a:schemeClr val="accent3"/>
          </a:lnRef>
          <a:fillRef idx="2">
            <a:schemeClr val="accent3"/>
          </a:fillRef>
          <a:effectRef idx="1">
            <a:schemeClr val="accent3"/>
          </a:effectRef>
          <a:fontRef idx="minor">
            <a:schemeClr val="dk1"/>
          </a:fontRef>
        </p:style>
        <p:txBody>
          <a:bodyPr>
            <a:normAutofit/>
          </a:bodyPr>
          <a:lstStyle/>
          <a:p>
            <a:r>
              <a:rPr lang="en-US" dirty="0">
                <a:solidFill>
                  <a:schemeClr val="accent3"/>
                </a:solidFill>
              </a:rPr>
              <a:t>Hiding the text in the video</a:t>
            </a:r>
            <a:r>
              <a:rPr lang="en-GB" dirty="0">
                <a:solidFill>
                  <a:schemeClr val="accent3"/>
                </a:solidFill>
              </a:rPr>
              <a:t> by linked</a:t>
            </a:r>
            <a:r>
              <a:rPr lang="en-US" dirty="0">
                <a:solidFill>
                  <a:schemeClr val="accent3"/>
                </a:solidFill>
              </a:rPr>
              <a:t> list</a:t>
            </a:r>
          </a:p>
          <a:p>
            <a:endParaRPr lang="en-GB" dirty="0">
              <a:solidFill>
                <a:schemeClr val="accent3"/>
              </a:solidFill>
            </a:endParaRPr>
          </a:p>
          <a:p>
            <a:endParaRPr lang="en-GB" dirty="0">
              <a:solidFill>
                <a:schemeClr val="accent3"/>
              </a:solidFill>
            </a:endParaRPr>
          </a:p>
          <a:p>
            <a:r>
              <a:rPr lang="en-GB" dirty="0">
                <a:solidFill>
                  <a:schemeClr val="accent3"/>
                </a:solidFill>
              </a:rPr>
              <a:t> JYOTHIKA UDUGULA</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7" name="Title 1"/>
          <p:cNvSpPr>
            <a:spLocks noGrp="1"/>
          </p:cNvSpPr>
          <p:nvPr>
            <p:ph type="title"/>
          </p:nvPr>
        </p:nvSpPr>
        <p:spPr/>
        <p:txBody>
          <a:bodyPr/>
          <a:lstStyle/>
          <a:p>
            <a:r>
              <a:rPr lang="en-US" dirty="0">
                <a:solidFill>
                  <a:srgbClr val="92D050"/>
                </a:solidFill>
              </a:rPr>
              <a:t>INTRODUTION</a:t>
            </a:r>
          </a:p>
        </p:txBody>
      </p:sp>
      <p:sp>
        <p:nvSpPr>
          <p:cNvPr id="1048608" name="Content Placeholder 2"/>
          <p:cNvSpPr>
            <a:spLocks noGrp="1"/>
          </p:cNvSpPr>
          <p:nvPr>
            <p:ph idx="1"/>
          </p:nvPr>
        </p:nvSpPr>
        <p:spPr>
          <a:xfrm>
            <a:off x="457200" y="1371600"/>
            <a:ext cx="8229600" cy="5486400"/>
          </a:xfrm>
        </p:spPr>
        <p:txBody>
          <a:bodyPr>
            <a:normAutofit/>
          </a:bodyPr>
          <a:lstStyle/>
          <a:p>
            <a:r>
              <a:rPr lang="en-US" dirty="0">
                <a:solidFill>
                  <a:schemeClr val="accent3">
                    <a:lumMod val="75000"/>
                  </a:schemeClr>
                </a:solidFill>
              </a:rPr>
              <a:t>Steganography is the science of invisible communication which hides any private data within an innocent-looking cover object. The word Steganography is derived from the Greek words “</a:t>
            </a:r>
            <a:r>
              <a:rPr lang="en-US" dirty="0" err="1">
                <a:solidFill>
                  <a:schemeClr val="accent3">
                    <a:lumMod val="75000"/>
                  </a:schemeClr>
                </a:solidFill>
              </a:rPr>
              <a:t>stegos</a:t>
            </a:r>
            <a:r>
              <a:rPr lang="en-US" dirty="0">
                <a:solidFill>
                  <a:schemeClr val="accent3">
                    <a:lumMod val="75000"/>
                  </a:schemeClr>
                </a:solidFill>
              </a:rPr>
              <a:t>” meaning “cover” and “</a:t>
            </a:r>
            <a:r>
              <a:rPr lang="en-US" dirty="0" err="1">
                <a:solidFill>
                  <a:schemeClr val="accent3">
                    <a:lumMod val="75000"/>
                  </a:schemeClr>
                </a:solidFill>
              </a:rPr>
              <a:t>grafia</a:t>
            </a:r>
            <a:r>
              <a:rPr lang="en-US" dirty="0">
                <a:solidFill>
                  <a:schemeClr val="accent3">
                    <a:lumMod val="75000"/>
                  </a:schemeClr>
                </a:solidFill>
              </a:rPr>
              <a:t>” meaning “writing” defining it as “covered writing”. </a:t>
            </a:r>
          </a:p>
        </p:txBody>
      </p:sp>
      <p:sp>
        <p:nvSpPr>
          <p:cNvPr id="4" name="TextBox 3">
            <a:extLst>
              <a:ext uri="{FF2B5EF4-FFF2-40B4-BE49-F238E27FC236}">
                <a16:creationId xmlns:a16="http://schemas.microsoft.com/office/drawing/2014/main" id="{A24D8483-1E07-9048-B197-558702BA5F8A}"/>
              </a:ext>
            </a:extLst>
          </p:cNvPr>
          <p:cNvSpPr txBox="1"/>
          <p:nvPr/>
        </p:nvSpPr>
        <p:spPr>
          <a:xfrm>
            <a:off x="3657600" y="2514600"/>
            <a:ext cx="1828800" cy="1828800"/>
          </a:xfrm>
          <a:prstGeom prst="rect">
            <a:avLst/>
          </a:prstGeom>
          <a:noFill/>
        </p:spPr>
        <p:txBody>
          <a:bodyPr wrap="square" rtlCol="0">
            <a:spAutoFit/>
          </a:bodyPr>
          <a:lstStyle/>
          <a:p>
            <a:pPr algn="l"/>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AA5EAC-DED4-7146-95BA-EB2FA927666E}"/>
              </a:ext>
            </a:extLst>
          </p:cNvPr>
          <p:cNvSpPr>
            <a:spLocks noGrp="1"/>
          </p:cNvSpPr>
          <p:nvPr>
            <p:ph idx="1"/>
          </p:nvPr>
        </p:nvSpPr>
        <p:spPr>
          <a:xfrm>
            <a:off x="457200" y="444500"/>
            <a:ext cx="8229600" cy="5681663"/>
          </a:xfrm>
        </p:spPr>
        <p:txBody>
          <a:bodyPr/>
          <a:lstStyle/>
          <a:p>
            <a:r>
              <a:rPr lang="en-GB" u="sng">
                <a:solidFill>
                  <a:srgbClr val="2F6790"/>
                </a:solidFill>
              </a:rPr>
              <a:t>Modules</a:t>
            </a:r>
            <a:r>
              <a:rPr lang="en-GB"/>
              <a:t>:</a:t>
            </a:r>
          </a:p>
          <a:p>
            <a:r>
              <a:rPr lang="en-GB">
                <a:solidFill>
                  <a:srgbClr val="3B94B4"/>
                </a:solidFill>
              </a:rPr>
              <a:t>Steganography method  based on a module substitution is proposed.</a:t>
            </a:r>
          </a:p>
          <a:p>
            <a:r>
              <a:rPr lang="en-GB">
                <a:solidFill>
                  <a:srgbClr val="3B94B4"/>
                </a:solidFill>
              </a:rPr>
              <a:t>Steganography include  an input image , secret information  and data hiding .</a:t>
            </a:r>
          </a:p>
          <a:p>
            <a:r>
              <a:rPr lang="en-GB">
                <a:solidFill>
                  <a:srgbClr val="3B94B4"/>
                </a:solidFill>
              </a:rPr>
              <a:t>In steganography has mainly   two different modules </a:t>
            </a:r>
          </a:p>
          <a:p>
            <a:r>
              <a:rPr lang="en-GB">
                <a:solidFill>
                  <a:srgbClr val="3B94B4"/>
                </a:solidFill>
              </a:rPr>
              <a:t>1. Sender</a:t>
            </a:r>
          </a:p>
          <a:p>
            <a:r>
              <a:rPr lang="en-GB">
                <a:solidFill>
                  <a:srgbClr val="3B94B4"/>
                </a:solidFill>
              </a:rPr>
              <a:t>2.Receiver</a:t>
            </a:r>
            <a:endParaRPr lang="en-US">
              <a:solidFill>
                <a:srgbClr val="3B94B4"/>
              </a:solidFill>
            </a:endParaRPr>
          </a:p>
        </p:txBody>
      </p:sp>
    </p:spTree>
    <p:extLst>
      <p:ext uri="{BB962C8B-B14F-4D97-AF65-F5344CB8AC3E}">
        <p14:creationId xmlns:p14="http://schemas.microsoft.com/office/powerpoint/2010/main" val="2886480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9" name="Title 1"/>
          <p:cNvSpPr>
            <a:spLocks noGrp="1"/>
          </p:cNvSpPr>
          <p:nvPr>
            <p:ph type="ctrTitle"/>
          </p:nvPr>
        </p:nvSpPr>
        <p:spPr>
          <a:xfrm>
            <a:off x="377371" y="352425"/>
            <a:ext cx="7772400" cy="1017361"/>
          </a:xfrm>
        </p:spPr>
        <p:txBody>
          <a:bodyPr>
            <a:normAutofit fontScale="90000"/>
          </a:bodyPr>
          <a:lstStyle/>
          <a:p>
            <a:r>
              <a:rPr lang="en-US" dirty="0">
                <a:solidFill>
                  <a:srgbClr val="E36C09"/>
                </a:solidFill>
              </a:rPr>
              <a:t>PROPOSED &amp; EXISTING</a:t>
            </a:r>
            <a:br>
              <a:rPr lang="en-US" dirty="0">
                <a:solidFill>
                  <a:srgbClr val="E36C09"/>
                </a:solidFill>
              </a:rPr>
            </a:br>
            <a:endParaRPr lang="en-US" dirty="0">
              <a:solidFill>
                <a:srgbClr val="E36C09"/>
              </a:solidFill>
            </a:endParaRPr>
          </a:p>
        </p:txBody>
      </p:sp>
      <p:sp>
        <p:nvSpPr>
          <p:cNvPr id="1048610" name="Content Placeholder 2"/>
          <p:cNvSpPr>
            <a:spLocks noGrp="1"/>
          </p:cNvSpPr>
          <p:nvPr>
            <p:ph type="subTitle" idx="1"/>
          </p:nvPr>
        </p:nvSpPr>
        <p:spPr>
          <a:xfrm>
            <a:off x="263524" y="861104"/>
            <a:ext cx="8762547" cy="5996895"/>
          </a:xfrm>
        </p:spPr>
        <p:txBody>
          <a:bodyPr>
            <a:noAutofit/>
          </a:bodyPr>
          <a:lstStyle/>
          <a:p>
            <a:pPr marL="0" marR="0" indent="0" algn="just">
              <a:lnSpc>
                <a:spcPct val="115000"/>
              </a:lnSpc>
              <a:spcBef>
                <a:spcPts val="0"/>
              </a:spcBef>
              <a:spcAft>
                <a:spcPts val="0"/>
              </a:spcAft>
              <a:buNone/>
            </a:pPr>
            <a:r>
              <a:rPr lang="en-US" sz="1500" u="sng" dirty="0">
                <a:solidFill>
                  <a:srgbClr val="984807"/>
                </a:solidFill>
                <a:latin typeface="Times New Roman"/>
                <a:ea typeface="Calibri"/>
                <a:cs typeface="Times New Roman"/>
              </a:rPr>
              <a:t>PROPOS</a:t>
            </a:r>
            <a:r>
              <a:rPr lang="en-GB" sz="1500" u="sng" dirty="0">
                <a:solidFill>
                  <a:srgbClr val="984807"/>
                </a:solidFill>
                <a:latin typeface="Times New Roman"/>
                <a:ea typeface="Calibri"/>
                <a:cs typeface="Times New Roman"/>
              </a:rPr>
              <a:t>E</a:t>
            </a:r>
            <a:r>
              <a:rPr lang="en-US" sz="1500" u="sng" dirty="0">
                <a:solidFill>
                  <a:srgbClr val="984807"/>
                </a:solidFill>
                <a:latin typeface="Times New Roman"/>
                <a:ea typeface="Calibri"/>
                <a:cs typeface="Times New Roman"/>
              </a:rPr>
              <a:t>D</a:t>
            </a:r>
            <a:r>
              <a:rPr lang="en-US" sz="1500" dirty="0">
                <a:solidFill>
                  <a:srgbClr val="984807"/>
                </a:solidFill>
                <a:latin typeface="Times New Roman"/>
                <a:ea typeface="Calibri"/>
                <a:cs typeface="Times New Roman"/>
              </a:rPr>
              <a:t> </a:t>
            </a:r>
            <a:r>
              <a:rPr lang="en-US" sz="1500" u="sng" dirty="0">
                <a:solidFill>
                  <a:srgbClr val="984807"/>
                </a:solidFill>
                <a:latin typeface="Times New Roman"/>
                <a:ea typeface="Calibri"/>
                <a:cs typeface="Times New Roman"/>
              </a:rPr>
              <a:t>SYSTEM</a:t>
            </a:r>
            <a:r>
              <a:rPr lang="en-US" sz="1500" dirty="0">
                <a:solidFill>
                  <a:srgbClr val="984807"/>
                </a:solidFill>
                <a:latin typeface="Times New Roman"/>
                <a:ea typeface="Calibri"/>
                <a:cs typeface="Times New Roman"/>
              </a:rPr>
              <a:t>:</a:t>
            </a:r>
            <a:endParaRPr lang="en-US" sz="1500" dirty="0">
              <a:solidFill>
                <a:srgbClr val="984807"/>
              </a:solidFill>
              <a:effectLst/>
              <a:latin typeface="Times New Roman"/>
              <a:ea typeface="Calibri"/>
              <a:cs typeface="Times New Roman"/>
            </a:endParaRPr>
          </a:p>
          <a:p>
            <a:pPr marL="0" marR="0" indent="457200" algn="just">
              <a:lnSpc>
                <a:spcPct val="115000"/>
              </a:lnSpc>
              <a:spcBef>
                <a:spcPts val="0"/>
              </a:spcBef>
              <a:spcAft>
                <a:spcPts val="0"/>
              </a:spcAft>
            </a:pPr>
            <a:r>
              <a:rPr lang="en-US" sz="1500" dirty="0">
                <a:solidFill>
                  <a:srgbClr val="984807"/>
                </a:solidFill>
                <a:effectLst/>
                <a:latin typeface="Times New Roman"/>
                <a:ea typeface="Calibri"/>
                <a:cs typeface="Times New Roman"/>
              </a:rPr>
              <a:t>In proposed system the data is embedded inside the video by embedding each byte of information iside the pixel of video frames without affecting the original quality of the video.</a:t>
            </a:r>
          </a:p>
          <a:p>
            <a:pPr marL="0" marR="0" indent="0" algn="just">
              <a:lnSpc>
                <a:spcPct val="115000"/>
              </a:lnSpc>
              <a:spcBef>
                <a:spcPts val="0"/>
              </a:spcBef>
              <a:spcAft>
                <a:spcPts val="0"/>
              </a:spcAft>
              <a:buNone/>
            </a:pPr>
            <a:endParaRPr lang="en-US" sz="1500" dirty="0">
              <a:solidFill>
                <a:srgbClr val="984807"/>
              </a:solidFill>
              <a:ea typeface="Calibri"/>
              <a:cs typeface="Times New Roman"/>
            </a:endParaRPr>
          </a:p>
          <a:p>
            <a:pPr lvl="0" algn="just">
              <a:lnSpc>
                <a:spcPct val="115000"/>
              </a:lnSpc>
              <a:spcBef>
                <a:spcPts val="0"/>
              </a:spcBef>
              <a:buFont typeface="Symbol"/>
              <a:buChar char=""/>
            </a:pPr>
            <a:r>
              <a:rPr lang="en-US" sz="1500" dirty="0">
                <a:solidFill>
                  <a:srgbClr val="984807"/>
                </a:solidFill>
                <a:effectLst/>
                <a:latin typeface="Times New Roman"/>
                <a:ea typeface="Calibri"/>
                <a:cs typeface="Times New Roman"/>
              </a:rPr>
              <a:t>Large amount of data can be stored because of embedding the information inside video. </a:t>
            </a:r>
            <a:endParaRPr lang="en-US" sz="1500" dirty="0">
              <a:solidFill>
                <a:srgbClr val="984807"/>
              </a:solidFill>
              <a:ea typeface="Calibri"/>
              <a:cs typeface="Times New Roman"/>
            </a:endParaRPr>
          </a:p>
          <a:p>
            <a:pPr lvl="0" algn="just">
              <a:lnSpc>
                <a:spcPct val="115000"/>
              </a:lnSpc>
              <a:spcBef>
                <a:spcPts val="0"/>
              </a:spcBef>
              <a:buFont typeface="Symbol"/>
              <a:buChar char=""/>
            </a:pPr>
            <a:r>
              <a:rPr lang="en-US" sz="1500" dirty="0">
                <a:solidFill>
                  <a:srgbClr val="984807"/>
                </a:solidFill>
                <a:effectLst/>
                <a:latin typeface="Times New Roman"/>
                <a:ea typeface="Calibri"/>
                <a:cs typeface="Times New Roman"/>
              </a:rPr>
              <a:t>More security will be provided .</a:t>
            </a:r>
          </a:p>
          <a:p>
            <a:pPr marL="0" lvl="0" indent="0" algn="just">
              <a:lnSpc>
                <a:spcPct val="115000"/>
              </a:lnSpc>
              <a:spcBef>
                <a:spcPts val="0"/>
              </a:spcBef>
              <a:buNone/>
            </a:pPr>
            <a:endParaRPr lang="en-US" sz="1500" dirty="0">
              <a:solidFill>
                <a:srgbClr val="984807"/>
              </a:solidFill>
              <a:ea typeface="Calibri"/>
              <a:cs typeface="Times New Roman"/>
            </a:endParaRPr>
          </a:p>
          <a:p>
            <a:pPr lvl="0" algn="just">
              <a:lnSpc>
                <a:spcPct val="115000"/>
              </a:lnSpc>
              <a:spcBef>
                <a:spcPts val="0"/>
              </a:spcBef>
              <a:buFont typeface="Symbol"/>
              <a:buChar char=""/>
            </a:pPr>
            <a:r>
              <a:rPr lang="en-US" sz="1500" dirty="0">
                <a:solidFill>
                  <a:srgbClr val="984807"/>
                </a:solidFill>
                <a:effectLst/>
                <a:latin typeface="Times New Roman"/>
                <a:ea typeface="Calibri"/>
                <a:cs typeface="Times New Roman"/>
              </a:rPr>
              <a:t>Quality of cover video will not be affected. </a:t>
            </a:r>
          </a:p>
          <a:p>
            <a:pPr marL="0" lvl="0" indent="0" algn="just">
              <a:lnSpc>
                <a:spcPct val="115000"/>
              </a:lnSpc>
              <a:spcBef>
                <a:spcPts val="0"/>
              </a:spcBef>
              <a:buNone/>
            </a:pPr>
            <a:endParaRPr lang="en-US" sz="1500" u="sng" dirty="0">
              <a:solidFill>
                <a:srgbClr val="984807"/>
              </a:solidFill>
              <a:ea typeface="Calibri"/>
              <a:cs typeface="Times New Roman"/>
            </a:endParaRPr>
          </a:p>
          <a:p>
            <a:r>
              <a:rPr lang="en-US" sz="1500" dirty="0">
                <a:solidFill>
                  <a:srgbClr val="984807"/>
                </a:solidFill>
                <a:effectLst/>
                <a:latin typeface="Times New Roman"/>
                <a:ea typeface="Calibri"/>
              </a:rPr>
              <a:t>Since Linked List method has been used for embedding information inside video, it will be difficult for the intruders to predict the location of the presence of the information inside each frame. </a:t>
            </a:r>
          </a:p>
          <a:p>
            <a:pPr marL="0" indent="0">
              <a:buNone/>
            </a:pPr>
            <a:endParaRPr lang="en-US" sz="1500" dirty="0">
              <a:solidFill>
                <a:srgbClr val="984807"/>
              </a:solidFill>
              <a:effectLst/>
              <a:latin typeface="Times New Roman"/>
              <a:ea typeface="Calibri"/>
            </a:endParaRPr>
          </a:p>
          <a:p>
            <a:pPr lvl="0">
              <a:lnSpc>
                <a:spcPts val="2000"/>
              </a:lnSpc>
              <a:spcBef>
                <a:spcPts val="0"/>
              </a:spcBef>
              <a:spcAft>
                <a:spcPts val="600"/>
              </a:spcAft>
              <a:buFont typeface="Wingdings"/>
              <a:buChar char=""/>
              <a:tabLst>
                <a:tab pos="457200" algn="l"/>
              </a:tabLst>
            </a:pPr>
            <a:r>
              <a:rPr lang="en-US" sz="1500" dirty="0">
                <a:solidFill>
                  <a:srgbClr val="984807"/>
                </a:solidFill>
                <a:effectLst/>
                <a:latin typeface="Times New Roman"/>
                <a:ea typeface="Times New Roman"/>
              </a:rPr>
              <a:t>Operating Sy</a:t>
            </a:r>
            <a:r>
              <a:rPr lang="en-GB" sz="1500" dirty="0">
                <a:solidFill>
                  <a:srgbClr val="984807"/>
                </a:solidFill>
                <a:effectLst/>
                <a:latin typeface="Times New Roman"/>
                <a:ea typeface="Times New Roman"/>
              </a:rPr>
              <a:t>stem</a:t>
            </a:r>
            <a:r>
              <a:rPr lang="en-US" sz="1500" dirty="0">
                <a:solidFill>
                  <a:srgbClr val="984807"/>
                </a:solidFill>
                <a:effectLst/>
                <a:latin typeface="Times New Roman"/>
                <a:ea typeface="Times New Roman"/>
              </a:rPr>
              <a:t>   :Windows95/98/2000/XP </a:t>
            </a:r>
          </a:p>
          <a:p>
            <a:pPr lvl="0">
              <a:lnSpc>
                <a:spcPts val="2000"/>
              </a:lnSpc>
              <a:spcBef>
                <a:spcPts val="0"/>
              </a:spcBef>
              <a:spcAft>
                <a:spcPts val="600"/>
              </a:spcAft>
              <a:buFont typeface="Wingdings"/>
              <a:buChar char=""/>
              <a:tabLst>
                <a:tab pos="457200" algn="l"/>
              </a:tabLst>
            </a:pPr>
            <a:r>
              <a:rPr lang="en-US" sz="1500" dirty="0">
                <a:solidFill>
                  <a:srgbClr val="984807"/>
                </a:solidFill>
                <a:effectLst/>
                <a:latin typeface="Times New Roman"/>
                <a:ea typeface="Times New Roman"/>
              </a:rPr>
              <a:t>Front End           :   java, </a:t>
            </a:r>
            <a:r>
              <a:rPr lang="en-GB" sz="1500" dirty="0">
                <a:solidFill>
                  <a:srgbClr val="984807"/>
                </a:solidFill>
                <a:effectLst/>
                <a:latin typeface="Times New Roman"/>
                <a:ea typeface="Times New Roman"/>
              </a:rPr>
              <a:t>jdk1.6</a:t>
            </a:r>
            <a:endParaRPr lang="en-US" sz="1500" dirty="0">
              <a:solidFill>
                <a:srgbClr val="984807"/>
              </a:solidFill>
              <a:effectLst/>
              <a:latin typeface="Times New Roman"/>
              <a:ea typeface="Times New Roman"/>
            </a:endParaRPr>
          </a:p>
          <a:p>
            <a:pPr lvl="0">
              <a:lnSpc>
                <a:spcPts val="2000"/>
              </a:lnSpc>
              <a:spcBef>
                <a:spcPts val="0"/>
              </a:spcBef>
              <a:spcAft>
                <a:spcPts val="600"/>
              </a:spcAft>
              <a:buFont typeface="Wingdings"/>
              <a:buChar char=""/>
              <a:tabLst>
                <a:tab pos="457200" algn="l"/>
              </a:tabLst>
            </a:pPr>
            <a:r>
              <a:rPr lang="en-US" sz="1500" dirty="0">
                <a:solidFill>
                  <a:srgbClr val="984807"/>
                </a:solidFill>
                <a:effectLst/>
                <a:latin typeface="Times New Roman"/>
                <a:ea typeface="Times New Roman"/>
              </a:rPr>
              <a:t>Database        :   My </a:t>
            </a:r>
            <a:r>
              <a:rPr lang="en-US" sz="1500" dirty="0" err="1">
                <a:solidFill>
                  <a:srgbClr val="984807"/>
                </a:solidFill>
                <a:effectLst/>
                <a:latin typeface="Times New Roman"/>
                <a:ea typeface="Times New Roman"/>
              </a:rPr>
              <a:t>sqlserver</a:t>
            </a:r>
            <a:r>
              <a:rPr lang="en-US" sz="1500" dirty="0">
                <a:solidFill>
                  <a:srgbClr val="984807"/>
                </a:solidFill>
                <a:effectLst/>
                <a:latin typeface="Times New Roman"/>
                <a:ea typeface="Times New Roman"/>
              </a:rPr>
              <a:t> 2005</a:t>
            </a:r>
          </a:p>
          <a:p>
            <a:pPr lvl="0">
              <a:lnSpc>
                <a:spcPts val="2000"/>
              </a:lnSpc>
              <a:spcBef>
                <a:spcPts val="0"/>
              </a:spcBef>
              <a:spcAft>
                <a:spcPts val="600"/>
              </a:spcAft>
              <a:buFont typeface="Wingdings"/>
              <a:buChar char=""/>
              <a:tabLst>
                <a:tab pos="457200" algn="l"/>
              </a:tabLst>
            </a:pPr>
            <a:r>
              <a:rPr lang="en-US" sz="1500" dirty="0">
                <a:solidFill>
                  <a:srgbClr val="984807"/>
                </a:solidFill>
                <a:effectLst/>
                <a:latin typeface="Times New Roman"/>
                <a:ea typeface="Times New Roman"/>
              </a:rPr>
              <a:t>Database Connectivity      :   JDBC.</a:t>
            </a:r>
          </a:p>
          <a:p>
            <a:pPr marL="0" marR="0" indent="0" algn="just">
              <a:lnSpc>
                <a:spcPct val="115000"/>
              </a:lnSpc>
              <a:spcBef>
                <a:spcPts val="0"/>
              </a:spcBef>
              <a:spcAft>
                <a:spcPts val="0"/>
              </a:spcAft>
              <a:buNone/>
            </a:pPr>
            <a:r>
              <a:rPr lang="en-US" sz="1500" dirty="0">
                <a:solidFill>
                  <a:srgbClr val="984807"/>
                </a:solidFill>
                <a:effectLst/>
                <a:latin typeface="Times New Roman"/>
                <a:ea typeface="Calibri"/>
                <a:cs typeface="Times New Roman"/>
              </a:rPr>
              <a:t> </a:t>
            </a:r>
            <a:endParaRPr lang="en-US" sz="1500" dirty="0">
              <a:solidFill>
                <a:srgbClr val="984807"/>
              </a:solidFill>
              <a:ea typeface="Calibri"/>
              <a:cs typeface="Times New Roman"/>
            </a:endParaRPr>
          </a:p>
          <a:p>
            <a:endParaRPr lang="en-US" sz="1500" dirty="0">
              <a:solidFill>
                <a:srgbClr val="984807"/>
              </a:solidFill>
            </a:endParaRPr>
          </a:p>
          <a:p>
            <a:endParaRPr lang="en-US" sz="1500" dirty="0">
              <a:solidFill>
                <a:srgbClr val="984807"/>
              </a:solidFill>
            </a:endParaRPr>
          </a:p>
          <a:p>
            <a:endParaRPr lang="en-US" sz="1500" dirty="0">
              <a:solidFill>
                <a:srgbClr val="984807"/>
              </a:solidFill>
            </a:endParaRPr>
          </a:p>
          <a:p>
            <a:endParaRPr lang="en-US" sz="1500" dirty="0">
              <a:solidFill>
                <a:srgbClr val="984807"/>
              </a:solidFill>
            </a:endParaRPr>
          </a:p>
          <a:p>
            <a:endParaRPr lang="en-US" sz="1500" dirty="0">
              <a:solidFill>
                <a:srgbClr val="984807"/>
              </a:solidFill>
            </a:endParaRPr>
          </a:p>
          <a:p>
            <a:endParaRPr lang="en-US" sz="1500" dirty="0">
              <a:solidFill>
                <a:srgbClr val="984807"/>
              </a:solidFill>
            </a:endParaRPr>
          </a:p>
          <a:p>
            <a:endParaRPr lang="en-US" sz="1500" dirty="0">
              <a:solidFill>
                <a:srgbClr val="984807"/>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1" name="Content Placeholder 2"/>
          <p:cNvSpPr>
            <a:spLocks noGrp="1"/>
          </p:cNvSpPr>
          <p:nvPr>
            <p:ph idx="1"/>
          </p:nvPr>
        </p:nvSpPr>
        <p:spPr>
          <a:xfrm>
            <a:off x="457200" y="152401"/>
            <a:ext cx="8229600" cy="3657599"/>
          </a:xfrm>
        </p:spPr>
        <p:txBody>
          <a:bodyPr>
            <a:normAutofit fontScale="86250" lnSpcReduction="10000"/>
          </a:bodyPr>
          <a:lstStyle/>
          <a:p>
            <a:r>
              <a:rPr lang="en-US" u="sng" dirty="0">
                <a:solidFill>
                  <a:schemeClr val="accent4"/>
                </a:solidFill>
              </a:rPr>
              <a:t>EXISTING</a:t>
            </a:r>
            <a:r>
              <a:rPr lang="en-US" dirty="0">
                <a:solidFill>
                  <a:schemeClr val="accent4"/>
                </a:solidFill>
              </a:rPr>
              <a:t> </a:t>
            </a:r>
            <a:r>
              <a:rPr lang="en-US" u="sng" dirty="0">
                <a:solidFill>
                  <a:schemeClr val="accent4"/>
                </a:solidFill>
              </a:rPr>
              <a:t>SYSTEM</a:t>
            </a:r>
            <a:r>
              <a:rPr lang="en-US" dirty="0">
                <a:solidFill>
                  <a:schemeClr val="accent4"/>
                </a:solidFill>
              </a:rPr>
              <a:t>:</a:t>
            </a:r>
          </a:p>
          <a:p>
            <a:r>
              <a:rPr lang="en-US" dirty="0">
                <a:solidFill>
                  <a:schemeClr val="accent4"/>
                </a:solidFill>
              </a:rPr>
              <a:t>Video Steganography may be a technique to cover any reasonably files into a carrying video file. </a:t>
            </a:r>
          </a:p>
          <a:p>
            <a:r>
              <a:rPr lang="en-US" dirty="0">
                <a:solidFill>
                  <a:schemeClr val="accent4"/>
                </a:solidFill>
              </a:rPr>
              <a:t>The employment of the video primarily based steganography is additional eligible than different transmission files thanks to its size and memory necessities. Videos square measure the set of pictures. </a:t>
            </a:r>
          </a:p>
          <a:p>
            <a:endParaRPr lang="en-US" dirty="0">
              <a:solidFill>
                <a:schemeClr val="accent4"/>
              </a:solidFill>
            </a:endParaRPr>
          </a:p>
        </p:txBody>
      </p:sp>
      <p:sp>
        <p:nvSpPr>
          <p:cNvPr id="1048612" name="Rectangle 3"/>
          <p:cNvSpPr/>
          <p:nvPr/>
        </p:nvSpPr>
        <p:spPr>
          <a:xfrm>
            <a:off x="1219200" y="3718679"/>
            <a:ext cx="6477000" cy="3025140"/>
          </a:xfrm>
          <a:prstGeom prst="rect">
            <a:avLst/>
          </a:prstGeom>
          <a:solidFill>
            <a:schemeClr val="accent4">
              <a:lumMod val="40000"/>
              <a:lumOff val="60000"/>
            </a:schemeClr>
          </a:solidFill>
        </p:spPr>
        <p:txBody>
          <a:bodyPr wrap="square">
            <a:spAutoFit/>
          </a:bodyPr>
          <a:lstStyle/>
          <a:p>
            <a:endParaRPr lang="en-US" b="1" dirty="0"/>
          </a:p>
          <a:p>
            <a:r>
              <a:rPr lang="en-US" dirty="0"/>
              <a:t> </a:t>
            </a:r>
          </a:p>
          <a:p>
            <a:r>
              <a:rPr lang="en-US" b="1" dirty="0"/>
              <a:t>  Processor               -    Pentium –III</a:t>
            </a:r>
          </a:p>
          <a:p>
            <a:r>
              <a:rPr lang="en-US" b="1" dirty="0"/>
              <a:t> </a:t>
            </a:r>
            <a:endParaRPr lang="en-US" dirty="0"/>
          </a:p>
          <a:p>
            <a:r>
              <a:rPr lang="en-US" b="1" dirty="0"/>
              <a:t>Speed                                -    1.1 </a:t>
            </a:r>
            <a:r>
              <a:rPr lang="en-US" b="1" dirty="0" err="1"/>
              <a:t>Ghz</a:t>
            </a:r>
            <a:endParaRPr lang="en-US" dirty="0"/>
          </a:p>
          <a:p>
            <a:r>
              <a:rPr lang="en-US" b="1" dirty="0"/>
              <a:t>RAM                                 -    256  MB(min)</a:t>
            </a:r>
            <a:endParaRPr lang="en-US" dirty="0"/>
          </a:p>
          <a:p>
            <a:r>
              <a:rPr lang="en-US" b="1" dirty="0"/>
              <a:t>Hard Disk                          -   20 GB</a:t>
            </a:r>
            <a:endParaRPr lang="en-US" dirty="0"/>
          </a:p>
          <a:p>
            <a:r>
              <a:rPr lang="en-US" b="1" dirty="0"/>
              <a:t>Floppy Drive                     -    1.44 MB</a:t>
            </a:r>
            <a:endParaRPr lang="en-US" dirty="0"/>
          </a:p>
          <a:p>
            <a:r>
              <a:rPr lang="en-US" b="1" dirty="0"/>
              <a:t>Key Board                         -    Standard Windows Keyboard</a:t>
            </a:r>
            <a:endParaRPr lang="en-US" dirty="0"/>
          </a:p>
          <a:p>
            <a:r>
              <a:rPr lang="en-US" b="1" dirty="0"/>
              <a:t>Mouse                                -    Two or Three Button Mouse</a:t>
            </a:r>
            <a:endParaRPr lang="en-US" dirty="0"/>
          </a:p>
          <a:p>
            <a:r>
              <a:rPr lang="en-US" b="1" dirty="0"/>
              <a:t>Monitor                              -    SVGA</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3" name="Title 1"/>
          <p:cNvSpPr>
            <a:spLocks noGrp="1"/>
          </p:cNvSpPr>
          <p:nvPr>
            <p:ph type="title"/>
          </p:nvPr>
        </p:nvSpPr>
        <p:spPr/>
        <p:txBody>
          <a:bodyPr/>
          <a:lstStyle/>
          <a:p>
            <a:r>
              <a:rPr lang="en-US" dirty="0">
                <a:solidFill>
                  <a:srgbClr val="95325A"/>
                </a:solidFill>
              </a:rPr>
              <a:t>UML DIAGRAMS </a:t>
            </a:r>
          </a:p>
        </p:txBody>
      </p:sp>
      <p:sp>
        <p:nvSpPr>
          <p:cNvPr id="1048614" name="Content Placeholder 2"/>
          <p:cNvSpPr>
            <a:spLocks noGrp="1"/>
          </p:cNvSpPr>
          <p:nvPr>
            <p:ph idx="1"/>
          </p:nvPr>
        </p:nvSpPr>
        <p:spPr>
          <a:xfrm>
            <a:off x="457200" y="1066800"/>
            <a:ext cx="8229600" cy="5059363"/>
          </a:xfrm>
        </p:spPr>
        <p:txBody>
          <a:bodyPr/>
          <a:lstStyle/>
          <a:p>
            <a:r>
              <a:rPr lang="en-US" u="sng" dirty="0">
                <a:solidFill>
                  <a:srgbClr val="CF6FB1"/>
                </a:solidFill>
              </a:rPr>
              <a:t>Use Case:</a:t>
            </a:r>
          </a:p>
          <a:p>
            <a:pPr marL="0" indent="0">
              <a:buNone/>
            </a:pPr>
            <a:endParaRPr lang="en-US" u="sng" dirty="0">
              <a:solidFill>
                <a:srgbClr val="CF6FB1"/>
              </a:solidFill>
            </a:endParaRPr>
          </a:p>
        </p:txBody>
      </p:sp>
      <p:pic>
        <p:nvPicPr>
          <p:cNvPr id="2097155" name="Picture 2" descr="F:\vyshu\usecase.png"/>
          <p:cNvPicPr>
            <a:picLocks noChangeAspect="1" noChangeArrowheads="1"/>
          </p:cNvPicPr>
          <p:nvPr/>
        </p:nvPicPr>
        <p:blipFill>
          <a:blip r:embed="rId2"/>
          <a:srcRect/>
          <a:stretch>
            <a:fillRect/>
          </a:stretch>
        </p:blipFill>
        <p:spPr bwMode="auto">
          <a:xfrm>
            <a:off x="0" y="1589315"/>
            <a:ext cx="9053286" cy="556260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5" name="Content Placeholder 2"/>
          <p:cNvSpPr>
            <a:spLocks noGrp="1"/>
          </p:cNvSpPr>
          <p:nvPr>
            <p:ph idx="1"/>
          </p:nvPr>
        </p:nvSpPr>
        <p:spPr>
          <a:xfrm>
            <a:off x="457200" y="0"/>
            <a:ext cx="8229600" cy="6858000"/>
          </a:xfrm>
        </p:spPr>
        <p:txBody>
          <a:bodyPr/>
          <a:lstStyle/>
          <a:p>
            <a:r>
              <a:rPr lang="en-US" u="sng" dirty="0">
                <a:solidFill>
                  <a:srgbClr val="2F6790"/>
                </a:solidFill>
              </a:rPr>
              <a:t>Flow Chart:</a:t>
            </a:r>
          </a:p>
          <a:p>
            <a:endParaRPr lang="en-US" u="sng" dirty="0">
              <a:solidFill>
                <a:srgbClr val="2F6790"/>
              </a:solidFill>
            </a:endParaRPr>
          </a:p>
        </p:txBody>
      </p:sp>
      <p:pic>
        <p:nvPicPr>
          <p:cNvPr id="2097156" name="Picture 2" descr="F:\vyshu\shiva.png"/>
          <p:cNvPicPr>
            <a:picLocks noChangeAspect="1" noChangeArrowheads="1"/>
          </p:cNvPicPr>
          <p:nvPr/>
        </p:nvPicPr>
        <p:blipFill>
          <a:blip r:embed="rId2"/>
          <a:srcRect/>
          <a:stretch>
            <a:fillRect/>
          </a:stretch>
        </p:blipFill>
        <p:spPr bwMode="auto">
          <a:xfrm>
            <a:off x="-1" y="533400"/>
            <a:ext cx="9144001" cy="632460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77BCD-9EBC-6F4A-811B-8AF4C9192965}"/>
              </a:ext>
            </a:extLst>
          </p:cNvPr>
          <p:cNvSpPr>
            <a:spLocks noGrp="1"/>
          </p:cNvSpPr>
          <p:nvPr>
            <p:ph type="title"/>
          </p:nvPr>
        </p:nvSpPr>
        <p:spPr>
          <a:xfrm>
            <a:off x="-849086" y="408214"/>
            <a:ext cx="4704443" cy="819162"/>
          </a:xfrm>
        </p:spPr>
        <p:txBody>
          <a:bodyPr/>
          <a:lstStyle/>
          <a:p>
            <a:r>
              <a:rPr lang="en-GB" u="sng" baseline="-25000">
                <a:solidFill>
                  <a:srgbClr val="9F006E"/>
                </a:solidFill>
                <a:latin typeface="Arial Narrow" panose="020B0604020202020204" pitchFamily="34" charset="0"/>
                <a:cs typeface="Arial Narrow" panose="020B0604020202020204" pitchFamily="34" charset="0"/>
              </a:rPr>
              <a:t>Sequence:</a:t>
            </a:r>
            <a:endParaRPr lang="en-US" u="sng" baseline="-25000">
              <a:solidFill>
                <a:srgbClr val="9F006E"/>
              </a:solidFill>
              <a:latin typeface="Arial Narrow" panose="020B0604020202020204" pitchFamily="34" charset="0"/>
              <a:cs typeface="Arial Narrow" panose="020B0604020202020204" pitchFamily="34" charset="0"/>
            </a:endParaRPr>
          </a:p>
        </p:txBody>
      </p:sp>
      <p:pic>
        <p:nvPicPr>
          <p:cNvPr id="4" name="Picture 4">
            <a:extLst>
              <a:ext uri="{FF2B5EF4-FFF2-40B4-BE49-F238E27FC236}">
                <a16:creationId xmlns:a16="http://schemas.microsoft.com/office/drawing/2014/main" id="{2FA1879D-BE52-FF4D-B7D9-39020E36180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2429" y="1563019"/>
            <a:ext cx="7493000" cy="4741623"/>
          </a:xfrm>
          <a:prstGeom prst="rect">
            <a:avLst/>
          </a:prstGeom>
        </p:spPr>
      </p:pic>
    </p:spTree>
    <p:extLst>
      <p:ext uri="{BB962C8B-B14F-4D97-AF65-F5344CB8AC3E}">
        <p14:creationId xmlns:p14="http://schemas.microsoft.com/office/powerpoint/2010/main" val="2144633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3" name="Content Placeholder 2"/>
          <p:cNvSpPr>
            <a:spLocks noGrp="1"/>
          </p:cNvSpPr>
          <p:nvPr>
            <p:ph idx="1"/>
          </p:nvPr>
        </p:nvSpPr>
        <p:spPr>
          <a:xfrm>
            <a:off x="457200" y="304799"/>
            <a:ext cx="8229600" cy="4089689"/>
          </a:xfrm>
        </p:spPr>
        <p:txBody>
          <a:bodyPr>
            <a:normAutofit lnSpcReduction="10000"/>
          </a:bodyPr>
          <a:lstStyle/>
          <a:p>
            <a:r>
              <a:rPr lang="en-US" u="sng" dirty="0">
                <a:solidFill>
                  <a:srgbClr val="6EA6CF"/>
                </a:solidFill>
              </a:rPr>
              <a:t>IMPLEMENTATION</a:t>
            </a:r>
            <a:r>
              <a:rPr lang="en-US" dirty="0">
                <a:solidFill>
                  <a:srgbClr val="0070C0"/>
                </a:solidFill>
              </a:rPr>
              <a:t>:</a:t>
            </a:r>
          </a:p>
          <a:p>
            <a:r>
              <a:rPr lang="en-US" dirty="0" err="1">
                <a:solidFill>
                  <a:srgbClr val="0070C0"/>
                </a:solidFill>
                <a:effectLst/>
                <a:latin typeface="Times New Roman"/>
                <a:ea typeface="Calibri"/>
              </a:rPr>
              <a:t>Stegnography</a:t>
            </a:r>
            <a:r>
              <a:rPr lang="en-US" dirty="0">
                <a:solidFill>
                  <a:srgbClr val="0070C0"/>
                </a:solidFill>
                <a:effectLst/>
                <a:latin typeface="Times New Roman"/>
                <a:ea typeface="Calibri"/>
              </a:rPr>
              <a:t> with Video is a desktop application. The purpose of this application is to provide the security for the confidential information.  </a:t>
            </a:r>
          </a:p>
          <a:p>
            <a:r>
              <a:rPr lang="en-US" dirty="0">
                <a:solidFill>
                  <a:srgbClr val="0070C0"/>
                </a:solidFill>
                <a:effectLst/>
                <a:latin typeface="Times New Roman"/>
                <a:ea typeface="Calibri"/>
              </a:rPr>
              <a:t>This application doesn’t allow the hackers to view the data, can view only video file when it is being passed over the internet</a:t>
            </a:r>
          </a:p>
          <a:p>
            <a:endParaRPr lang="en-US" dirty="0">
              <a:solidFill>
                <a:srgbClr val="0070C0"/>
              </a:solidFill>
            </a:endParaRPr>
          </a:p>
        </p:txBody>
      </p:sp>
      <p:pic>
        <p:nvPicPr>
          <p:cNvPr id="2097164" name="Picture 2"/>
          <p:cNvPicPr>
            <a:picLocks noChangeAspect="1" noChangeArrowheads="1"/>
          </p:cNvPicPr>
          <p:nvPr/>
        </p:nvPicPr>
        <p:blipFill>
          <a:blip r:embed="rId2"/>
          <a:srcRect/>
          <a:stretch>
            <a:fillRect/>
          </a:stretch>
        </p:blipFill>
        <p:spPr bwMode="auto">
          <a:xfrm>
            <a:off x="2998643" y="4394489"/>
            <a:ext cx="3105150" cy="2428875"/>
          </a:xfrm>
          <a:prstGeom prst="rect">
            <a:avLst/>
          </a:prstGeom>
          <a:noFill/>
          <a:ln>
            <a:noFill/>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Text Placeholder 5"/>
          <p:cNvSpPr>
            <a:spLocks noGrp="1"/>
          </p:cNvSpPr>
          <p:nvPr>
            <p:ph type="body" idx="1"/>
          </p:nvPr>
        </p:nvSpPr>
        <p:spPr>
          <a:xfrm>
            <a:off x="457200" y="76200"/>
            <a:ext cx="7467600" cy="3505200"/>
          </a:xfrm>
        </p:spPr>
        <p:txBody>
          <a:bodyPr>
            <a:normAutofit fontScale="95000"/>
          </a:bodyPr>
          <a:lstStyle/>
          <a:p>
            <a:r>
              <a:rPr lang="en-US" dirty="0">
                <a:solidFill>
                  <a:srgbClr val="9F705F"/>
                </a:solidFill>
              </a:rPr>
              <a:t>The basic model consists of Carrier(C), Secret Data(D), </a:t>
            </a:r>
            <a:r>
              <a:rPr lang="en-US" dirty="0" err="1">
                <a:solidFill>
                  <a:srgbClr val="9F705F"/>
                </a:solidFill>
              </a:rPr>
              <a:t>Stego</a:t>
            </a:r>
            <a:r>
              <a:rPr lang="en-US" dirty="0">
                <a:solidFill>
                  <a:srgbClr val="9F705F"/>
                </a:solidFill>
              </a:rPr>
              <a:t> Key(K). </a:t>
            </a:r>
          </a:p>
          <a:p>
            <a:r>
              <a:rPr lang="en-US" dirty="0">
                <a:solidFill>
                  <a:srgbClr val="9F705F"/>
                </a:solidFill>
              </a:rPr>
              <a:t>1. Carrier is the cover object in which the message is embedded. </a:t>
            </a:r>
          </a:p>
          <a:p>
            <a:r>
              <a:rPr lang="en-US" dirty="0">
                <a:solidFill>
                  <a:srgbClr val="9F705F"/>
                </a:solidFill>
              </a:rPr>
              <a:t>2. Secret data can be any type of confidential data that can be plain text, cipher text or other image. </a:t>
            </a:r>
          </a:p>
          <a:p>
            <a:r>
              <a:rPr lang="en-US" dirty="0">
                <a:solidFill>
                  <a:srgbClr val="9F705F"/>
                </a:solidFill>
              </a:rPr>
              <a:t>3. Key mainly used to ensure that only recipient having the decoding key will be able to extract the message from a cover-object. </a:t>
            </a:r>
          </a:p>
          <a:p>
            <a:r>
              <a:rPr lang="en-US" dirty="0">
                <a:solidFill>
                  <a:srgbClr val="9F705F"/>
                </a:solidFill>
              </a:rPr>
              <a:t>4. By using the embedding algorithm, the secret data is embedded into the cover object in a way that does not change the original image in a human perceptible way.</a:t>
            </a:r>
          </a:p>
          <a:p>
            <a:endParaRPr lang="en-US" dirty="0">
              <a:solidFill>
                <a:srgbClr val="9F705F"/>
              </a:solidFill>
            </a:endParaRPr>
          </a:p>
        </p:txBody>
      </p:sp>
      <p:pic>
        <p:nvPicPr>
          <p:cNvPr id="2097154" name="Content Placeholder 3"/>
          <p:cNvPicPr>
            <a:picLocks noGrp="1"/>
          </p:cNvPicPr>
          <p:nvPr>
            <p:ph idx="4294967295"/>
          </p:nvPr>
        </p:nvPicPr>
        <p:blipFill>
          <a:blip r:embed="rId2"/>
          <a:srcRect/>
          <a:stretch>
            <a:fillRect/>
          </a:stretch>
        </p:blipFill>
        <p:spPr bwMode="auto">
          <a:xfrm>
            <a:off x="2057400" y="3276600"/>
            <a:ext cx="4876800" cy="358140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7" name="Title 1"/>
          <p:cNvSpPr>
            <a:spLocks noGrp="1"/>
          </p:cNvSpPr>
          <p:nvPr>
            <p:ph type="title"/>
          </p:nvPr>
        </p:nvSpPr>
        <p:spPr>
          <a:xfrm>
            <a:off x="838200" y="3352800"/>
            <a:ext cx="7888287" cy="3352800"/>
          </a:xfrm>
        </p:spPr>
        <p:txBody>
          <a:bodyPr>
            <a:normAutofit fontScale="90000"/>
          </a:bodyPr>
          <a:lstStyle/>
          <a:p>
            <a:pPr marL="571500" indent="-571500">
              <a:buFont typeface="Arial" panose="020B0604020202020204" pitchFamily="34" charset="0"/>
              <a:buChar char="•"/>
            </a:pPr>
            <a:r>
              <a:rPr lang="en-US" dirty="0" err="1">
                <a:solidFill>
                  <a:srgbClr val="902F30"/>
                </a:solidFill>
              </a:rPr>
              <a:t>EncryptED</a:t>
            </a:r>
            <a:r>
              <a:rPr lang="en-US" dirty="0">
                <a:solidFill>
                  <a:srgbClr val="902F30"/>
                </a:solidFill>
              </a:rPr>
              <a:t> ARCHITECTURE:</a:t>
            </a:r>
            <a:br>
              <a:rPr lang="en-GB" dirty="0">
                <a:solidFill>
                  <a:srgbClr val="902F30"/>
                </a:solidFill>
              </a:rPr>
            </a:br>
            <a:r>
              <a:rPr lang="en-GB" dirty="0">
                <a:solidFill>
                  <a:srgbClr val="902F30"/>
                </a:solidFill>
              </a:rPr>
              <a:t>Extracting</a:t>
            </a:r>
            <a:r>
              <a:rPr lang="en-US" dirty="0">
                <a:solidFill>
                  <a:srgbClr val="902F30"/>
                </a:solidFill>
              </a:rPr>
              <a:t> frames from video</a:t>
            </a:r>
            <a:br>
              <a:rPr lang="en-US" dirty="0">
                <a:solidFill>
                  <a:srgbClr val="902F30"/>
                </a:solidFill>
              </a:rPr>
            </a:br>
            <a:r>
              <a:rPr lang="en-US" dirty="0">
                <a:solidFill>
                  <a:srgbClr val="902F30"/>
                </a:solidFill>
              </a:rPr>
              <a:t>Encrypting data using </a:t>
            </a:r>
            <a:r>
              <a:rPr lang="en-US" dirty="0" err="1">
                <a:solidFill>
                  <a:srgbClr val="902F30"/>
                </a:solidFill>
              </a:rPr>
              <a:t>Feistel</a:t>
            </a:r>
            <a:r>
              <a:rPr lang="en-US" dirty="0">
                <a:solidFill>
                  <a:srgbClr val="902F30"/>
                </a:solidFill>
              </a:rPr>
              <a:t> network algorithm</a:t>
            </a:r>
            <a:br>
              <a:rPr lang="en-US" dirty="0">
                <a:solidFill>
                  <a:srgbClr val="902F30"/>
                </a:solidFill>
              </a:rPr>
            </a:br>
            <a:r>
              <a:rPr lang="en-US" dirty="0">
                <a:solidFill>
                  <a:srgbClr val="902F30"/>
                </a:solidFill>
              </a:rPr>
              <a:t>Embedding text inside image frame</a:t>
            </a:r>
          </a:p>
        </p:txBody>
      </p:sp>
      <p:pic>
        <p:nvPicPr>
          <p:cNvPr id="2097153" name="Picture 3"/>
          <p:cNvPicPr>
            <a:picLocks noChangeAspect="1" noChangeArrowheads="1"/>
          </p:cNvPicPr>
          <p:nvPr/>
        </p:nvPicPr>
        <p:blipFill>
          <a:blip r:embed="rId2"/>
          <a:srcRect/>
          <a:stretch>
            <a:fillRect/>
          </a:stretch>
        </p:blipFill>
        <p:spPr bwMode="auto">
          <a:xfrm>
            <a:off x="1676400" y="152400"/>
            <a:ext cx="6553200" cy="3276600"/>
          </a:xfrm>
          <a:prstGeom prst="rect">
            <a:avLst/>
          </a:prstGeom>
          <a:noFill/>
          <a:ln>
            <a:noFill/>
          </a:ln>
          <a:effectLst/>
        </p:spPr>
      </p:pic>
      <p:sp>
        <p:nvSpPr>
          <p:cNvPr id="2" name="TextBox 1">
            <a:extLst>
              <a:ext uri="{FF2B5EF4-FFF2-40B4-BE49-F238E27FC236}">
                <a16:creationId xmlns:a16="http://schemas.microsoft.com/office/drawing/2014/main" id="{741B8D65-2077-A24C-B357-EF5542227CFF}"/>
              </a:ext>
            </a:extLst>
          </p:cNvPr>
          <p:cNvSpPr txBox="1"/>
          <p:nvPr/>
        </p:nvSpPr>
        <p:spPr>
          <a:xfrm>
            <a:off x="1347107" y="3973286"/>
            <a:ext cx="7157356" cy="215444"/>
          </a:xfrm>
          <a:prstGeom prst="rect">
            <a:avLst/>
          </a:prstGeom>
          <a:noFill/>
          <a:ln>
            <a:noFill/>
          </a:ln>
        </p:spPr>
        <p:style>
          <a:lnRef idx="0">
            <a:scrgbClr r="0" g="0" b="0"/>
          </a:lnRef>
          <a:fillRef idx="0">
            <a:scrgbClr r="0" g="0" b="0"/>
          </a:fillRef>
          <a:effectRef idx="0">
            <a:scrgbClr r="0" g="0" b="0"/>
          </a:effectRef>
          <a:fontRef idx="minor">
            <a:schemeClr val="accent2"/>
          </a:fontRef>
        </p:style>
        <p:txBody>
          <a:bodyPr wrap="square" rtlCol="0">
            <a:spAutoFit/>
          </a:bodyPr>
          <a:lstStyle/>
          <a:p>
            <a:pPr algn="l"/>
            <a:endParaRPr lang="en-US" sz="800" b="1">
              <a:solidFill>
                <a:srgbClr val="EBC5C5"/>
              </a:solidFill>
            </a:endParaRPr>
          </a:p>
        </p:txBody>
      </p:sp>
      <p:sp>
        <p:nvSpPr>
          <p:cNvPr id="3" name="TextBox 2">
            <a:extLst>
              <a:ext uri="{FF2B5EF4-FFF2-40B4-BE49-F238E27FC236}">
                <a16:creationId xmlns:a16="http://schemas.microsoft.com/office/drawing/2014/main" id="{9DA567AF-3468-C341-8FAD-35590F19B715}"/>
              </a:ext>
            </a:extLst>
          </p:cNvPr>
          <p:cNvSpPr txBox="1"/>
          <p:nvPr/>
        </p:nvSpPr>
        <p:spPr>
          <a:xfrm>
            <a:off x="3657600" y="2569028"/>
            <a:ext cx="1828800" cy="1828800"/>
          </a:xfrm>
          <a:prstGeom prst="rect">
            <a:avLst/>
          </a:prstGeom>
          <a:noFill/>
          <a:ln>
            <a:noFill/>
          </a:ln>
        </p:spPr>
        <p:style>
          <a:lnRef idx="0">
            <a:scrgbClr r="0" g="0" b="0"/>
          </a:lnRef>
          <a:fillRef idx="0">
            <a:scrgbClr r="0" g="0" b="0"/>
          </a:fillRef>
          <a:effectRef idx="0">
            <a:scrgbClr r="0" g="0" b="0"/>
          </a:effectRef>
          <a:fontRef idx="minor">
            <a:schemeClr val="accent2"/>
          </a:fontRef>
        </p:style>
        <p:txBody>
          <a:bodyPr wrap="square" rtlCol="0">
            <a:spAutoFit/>
          </a:bodyPr>
          <a:lstStyle/>
          <a:p>
            <a:pPr algn="l"/>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5" name="Title 1"/>
          <p:cNvSpPr>
            <a:spLocks noGrp="1"/>
          </p:cNvSpPr>
          <p:nvPr>
            <p:ph type="title"/>
          </p:nvPr>
        </p:nvSpPr>
        <p:spPr>
          <a:xfrm>
            <a:off x="990600" y="3276600"/>
            <a:ext cx="7772400" cy="3124200"/>
          </a:xfrm>
        </p:spPr>
        <p:txBody>
          <a:bodyPr>
            <a:normAutofit fontScale="90000"/>
          </a:bodyPr>
          <a:lstStyle/>
          <a:p>
            <a:pPr marL="571500" indent="-571500">
              <a:buFont typeface="Arial" pitchFamily="34" charset="0"/>
              <a:buChar char="•"/>
            </a:pPr>
            <a:r>
              <a:rPr lang="en-US" dirty="0">
                <a:solidFill>
                  <a:schemeClr val="bg2">
                    <a:lumMod val="50000"/>
                  </a:schemeClr>
                </a:solidFill>
              </a:rPr>
              <a:t>DECRYPTED  ARCHITETURE:</a:t>
            </a:r>
            <a:r>
              <a:rPr lang="en-US" b="0" dirty="0">
                <a:solidFill>
                  <a:schemeClr val="bg2">
                    <a:lumMod val="50000"/>
                  </a:schemeClr>
                </a:solidFill>
              </a:rPr>
              <a:t> Extracting frames from </a:t>
            </a:r>
            <a:r>
              <a:rPr lang="en-US" b="0" dirty="0" err="1">
                <a:solidFill>
                  <a:schemeClr val="bg2">
                    <a:lumMod val="50000"/>
                  </a:schemeClr>
                </a:solidFill>
              </a:rPr>
              <a:t>Stego</a:t>
            </a:r>
            <a:r>
              <a:rPr lang="en-US" b="0" dirty="0">
                <a:solidFill>
                  <a:schemeClr val="bg2">
                    <a:lumMod val="50000"/>
                  </a:schemeClr>
                </a:solidFill>
              </a:rPr>
              <a:t> video</a:t>
            </a:r>
            <a:br>
              <a:rPr lang="en-US" b="0" dirty="0">
                <a:solidFill>
                  <a:schemeClr val="bg2">
                    <a:lumMod val="50000"/>
                  </a:schemeClr>
                </a:solidFill>
              </a:rPr>
            </a:br>
            <a:r>
              <a:rPr lang="en-US" b="0" dirty="0">
                <a:solidFill>
                  <a:schemeClr val="bg2">
                    <a:lumMod val="50000"/>
                  </a:schemeClr>
                </a:solidFill>
              </a:rPr>
              <a:t> Separating data from </a:t>
            </a:r>
            <a:r>
              <a:rPr lang="en-US" b="0" dirty="0" err="1">
                <a:solidFill>
                  <a:schemeClr val="bg2">
                    <a:lumMod val="50000"/>
                  </a:schemeClr>
                </a:solidFill>
              </a:rPr>
              <a:t>stego</a:t>
            </a:r>
            <a:r>
              <a:rPr lang="en-US" b="0" dirty="0">
                <a:solidFill>
                  <a:schemeClr val="bg2">
                    <a:lumMod val="50000"/>
                  </a:schemeClr>
                </a:solidFill>
              </a:rPr>
              <a:t> frames</a:t>
            </a:r>
            <a:endParaRPr lang="en-US" dirty="0">
              <a:solidFill>
                <a:schemeClr val="bg2">
                  <a:lumMod val="50000"/>
                </a:schemeClr>
              </a:solidFill>
            </a:endParaRPr>
          </a:p>
        </p:txBody>
      </p:sp>
      <p:pic>
        <p:nvPicPr>
          <p:cNvPr id="2097152" name="Picture 2"/>
          <p:cNvPicPr>
            <a:picLocks noChangeAspect="1" noChangeArrowheads="1"/>
          </p:cNvPicPr>
          <p:nvPr/>
        </p:nvPicPr>
        <p:blipFill>
          <a:blip r:embed="rId2"/>
          <a:srcRect/>
          <a:stretch>
            <a:fillRect/>
          </a:stretch>
        </p:blipFill>
        <p:spPr bwMode="auto">
          <a:xfrm>
            <a:off x="1143000" y="381000"/>
            <a:ext cx="6172200" cy="2743199"/>
          </a:xfrm>
          <a:prstGeom prst="rect">
            <a:avLst/>
          </a:prstGeom>
          <a:noFill/>
          <a:ln>
            <a:noFill/>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8" name="Picture 2"/>
          <p:cNvPicPr>
            <a:picLocks noGrp="1" noChangeAspect="1" noChangeArrowheads="1"/>
          </p:cNvPicPr>
          <p:nvPr>
            <p:ph idx="1"/>
          </p:nvPr>
        </p:nvPicPr>
        <p:blipFill>
          <a:blip r:embed="rId2"/>
          <a:srcRect/>
          <a:stretch>
            <a:fillRect/>
          </a:stretch>
        </p:blipFill>
        <p:spPr bwMode="auto">
          <a:xfrm>
            <a:off x="1600200" y="544697"/>
            <a:ext cx="7239000" cy="6165651"/>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1048617" name="TextBox 1048616"/>
          <p:cNvSpPr txBox="1"/>
          <p:nvPr/>
        </p:nvSpPr>
        <p:spPr>
          <a:xfrm>
            <a:off x="2248508" y="34157"/>
            <a:ext cx="4000000" cy="510540"/>
          </a:xfrm>
          <a:prstGeom prst="rect">
            <a:avLst/>
          </a:prstGeom>
          <a:ln>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2800">
                <a:solidFill>
                  <a:srgbClr val="000000"/>
                </a:solidFill>
              </a:rPr>
              <a:t>Home page</a:t>
            </a:r>
            <a:endParaRPr lang="en-GB" sz="2800">
              <a:solidFill>
                <a:srgbClr val="0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8" name="Content Placeholder 2"/>
          <p:cNvSpPr>
            <a:spLocks noGrp="1"/>
          </p:cNvSpPr>
          <p:nvPr>
            <p:ph idx="1"/>
          </p:nvPr>
        </p:nvSpPr>
        <p:spPr>
          <a:xfrm>
            <a:off x="457200" y="1600200"/>
            <a:ext cx="8229600" cy="5243945"/>
          </a:xfrm>
        </p:spPr>
        <p:txBody>
          <a:bodyPr/>
          <a:lstStyle/>
          <a:p>
            <a:r>
              <a:rPr lang="en-US" dirty="0">
                <a:solidFill>
                  <a:schemeClr val="accent5"/>
                </a:solidFill>
              </a:rPr>
              <a:t>Embedding  file:selecting  masters video  file </a:t>
            </a:r>
          </a:p>
          <a:p>
            <a:endParaRPr lang="en-US" dirty="0">
              <a:solidFill>
                <a:schemeClr val="accent5"/>
              </a:solidFill>
            </a:endParaRPr>
          </a:p>
        </p:txBody>
      </p:sp>
      <p:pic>
        <p:nvPicPr>
          <p:cNvPr id="2097159" name="Picture 2"/>
          <p:cNvPicPr>
            <a:picLocks noChangeAspect="1" noChangeArrowheads="1"/>
          </p:cNvPicPr>
          <p:nvPr/>
        </p:nvPicPr>
        <p:blipFill>
          <a:blip r:embed="rId2"/>
          <a:srcRect/>
          <a:stretch>
            <a:fillRect/>
          </a:stretch>
        </p:blipFill>
        <p:spPr bwMode="auto">
          <a:xfrm>
            <a:off x="1752600" y="2388032"/>
            <a:ext cx="5943600" cy="4456113"/>
          </a:xfrm>
          <a:prstGeom prst="rect">
            <a:avLst/>
          </a:prstGeom>
          <a:noFill/>
          <a:ln>
            <a:noFill/>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9" name="Content Placeholder 2"/>
          <p:cNvSpPr>
            <a:spLocks noGrp="1"/>
          </p:cNvSpPr>
          <p:nvPr>
            <p:ph idx="1"/>
          </p:nvPr>
        </p:nvSpPr>
        <p:spPr/>
        <p:txBody>
          <a:bodyPr/>
          <a:lstStyle/>
          <a:p>
            <a:r>
              <a:rPr lang="en-US" dirty="0">
                <a:solidFill>
                  <a:schemeClr val="accent5">
                    <a:lumMod val="75000"/>
                  </a:schemeClr>
                </a:solidFill>
              </a:rPr>
              <a:t>Embedding file:selecting output  video  file </a:t>
            </a:r>
          </a:p>
          <a:p>
            <a:endParaRPr lang="en-US" dirty="0">
              <a:solidFill>
                <a:schemeClr val="accent5">
                  <a:lumMod val="75000"/>
                </a:schemeClr>
              </a:solidFill>
            </a:endParaRPr>
          </a:p>
        </p:txBody>
      </p:sp>
      <p:pic>
        <p:nvPicPr>
          <p:cNvPr id="2097160" name="Picture 3"/>
          <p:cNvPicPr>
            <a:picLocks/>
          </p:cNvPicPr>
          <p:nvPr/>
        </p:nvPicPr>
        <p:blipFill>
          <a:blip r:embed="rId2"/>
          <a:srcRect/>
          <a:stretch>
            <a:fillRect/>
          </a:stretch>
        </p:blipFill>
        <p:spPr bwMode="auto">
          <a:xfrm>
            <a:off x="1620982" y="2161309"/>
            <a:ext cx="5943600" cy="445897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0" name="Content Placeholder 2"/>
          <p:cNvSpPr>
            <a:spLocks noGrp="1"/>
          </p:cNvSpPr>
          <p:nvPr>
            <p:ph idx="1"/>
          </p:nvPr>
        </p:nvSpPr>
        <p:spPr>
          <a:xfrm>
            <a:off x="381000" y="228600"/>
            <a:ext cx="8229600" cy="6324600"/>
          </a:xfrm>
        </p:spPr>
        <p:txBody>
          <a:bodyPr/>
          <a:lstStyle/>
          <a:p>
            <a:r>
              <a:rPr lang="en-US" dirty="0">
                <a:solidFill>
                  <a:schemeClr val="accent2"/>
                </a:solidFill>
              </a:rPr>
              <a:t>Selecting data file:</a:t>
            </a:r>
          </a:p>
          <a:p>
            <a:endParaRPr lang="en-US" dirty="0">
              <a:solidFill>
                <a:schemeClr val="accent2"/>
              </a:solidFill>
            </a:endParaRPr>
          </a:p>
        </p:txBody>
      </p:sp>
      <p:pic>
        <p:nvPicPr>
          <p:cNvPr id="2097161" name="Picture 3"/>
          <p:cNvPicPr>
            <a:picLocks/>
          </p:cNvPicPr>
          <p:nvPr/>
        </p:nvPicPr>
        <p:blipFill>
          <a:blip r:embed="rId2"/>
          <a:srcRect/>
          <a:stretch>
            <a:fillRect/>
          </a:stretch>
        </p:blipFill>
        <p:spPr bwMode="auto">
          <a:xfrm>
            <a:off x="990600" y="990600"/>
            <a:ext cx="7010400" cy="502920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1" name="Content Placeholder 2"/>
          <p:cNvSpPr>
            <a:spLocks noGrp="1"/>
          </p:cNvSpPr>
          <p:nvPr>
            <p:ph idx="1"/>
          </p:nvPr>
        </p:nvSpPr>
        <p:spPr>
          <a:xfrm>
            <a:off x="228600" y="381000"/>
            <a:ext cx="8686800" cy="6019800"/>
          </a:xfrm>
        </p:spPr>
        <p:txBody>
          <a:bodyPr/>
          <a:lstStyle/>
          <a:p>
            <a:r>
              <a:rPr lang="en-US" dirty="0">
                <a:solidFill>
                  <a:schemeClr val="accent1">
                    <a:lumMod val="60000"/>
                    <a:lumOff val="40000"/>
                  </a:schemeClr>
                </a:solidFill>
              </a:rPr>
              <a:t>Embedding  file :</a:t>
            </a:r>
          </a:p>
          <a:p>
            <a:endParaRPr lang="en-US" dirty="0">
              <a:solidFill>
                <a:schemeClr val="accent1">
                  <a:lumMod val="60000"/>
                  <a:lumOff val="40000"/>
                </a:schemeClr>
              </a:solidFill>
            </a:endParaRPr>
          </a:p>
        </p:txBody>
      </p:sp>
      <p:pic>
        <p:nvPicPr>
          <p:cNvPr id="2097162" name="Picture 3"/>
          <p:cNvPicPr>
            <a:picLocks/>
          </p:cNvPicPr>
          <p:nvPr/>
        </p:nvPicPr>
        <p:blipFill>
          <a:blip r:embed="rId2"/>
          <a:srcRect/>
          <a:stretch>
            <a:fillRect/>
          </a:stretch>
        </p:blipFill>
        <p:spPr bwMode="auto">
          <a:xfrm>
            <a:off x="1295400" y="1199514"/>
            <a:ext cx="6934200" cy="4972686"/>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2" name="Content Placeholder 2"/>
          <p:cNvSpPr>
            <a:spLocks noGrp="1"/>
          </p:cNvSpPr>
          <p:nvPr>
            <p:ph idx="1"/>
          </p:nvPr>
        </p:nvSpPr>
        <p:spPr>
          <a:xfrm>
            <a:off x="381000" y="381000"/>
            <a:ext cx="8229600" cy="5867400"/>
          </a:xfrm>
        </p:spPr>
        <p:txBody>
          <a:bodyPr/>
          <a:lstStyle/>
          <a:p>
            <a:r>
              <a:rPr lang="en-US" dirty="0">
                <a:solidFill>
                  <a:schemeClr val="accent4">
                    <a:lumMod val="60000"/>
                    <a:lumOff val="40000"/>
                  </a:schemeClr>
                </a:solidFill>
              </a:rPr>
              <a:t>Embedding  message  by  giving  password :</a:t>
            </a:r>
          </a:p>
          <a:p>
            <a:endParaRPr lang="en-US" dirty="0">
              <a:solidFill>
                <a:schemeClr val="accent4">
                  <a:lumMod val="60000"/>
                  <a:lumOff val="40000"/>
                </a:schemeClr>
              </a:solidFill>
            </a:endParaRPr>
          </a:p>
        </p:txBody>
      </p:sp>
      <p:pic>
        <p:nvPicPr>
          <p:cNvPr id="2097163" name="Picture 3"/>
          <p:cNvPicPr>
            <a:picLocks/>
          </p:cNvPicPr>
          <p:nvPr/>
        </p:nvPicPr>
        <p:blipFill>
          <a:blip r:embed="rId2"/>
          <a:srcRect/>
          <a:stretch>
            <a:fillRect/>
          </a:stretch>
        </p:blipFill>
        <p:spPr bwMode="auto">
          <a:xfrm>
            <a:off x="914400" y="1199514"/>
            <a:ext cx="7162800" cy="5125086"/>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itle 1"/>
          <p:cNvSpPr>
            <a:spLocks noGrp="1"/>
          </p:cNvSpPr>
          <p:nvPr>
            <p:ph type="title"/>
          </p:nvPr>
        </p:nvSpPr>
        <p:spPr>
          <a:xfrm>
            <a:off x="3419930" y="578759"/>
            <a:ext cx="4907642" cy="1380671"/>
          </a:xfrm>
        </p:spPr>
        <p:txBody>
          <a:bodyPr/>
          <a:lstStyle/>
          <a:p>
            <a:r>
              <a:rPr lang="en-US" dirty="0">
                <a:solidFill>
                  <a:schemeClr val="accent5">
                    <a:lumMod val="50000"/>
                  </a:schemeClr>
                </a:solidFill>
              </a:rPr>
              <a:t>TESTING</a:t>
            </a:r>
          </a:p>
        </p:txBody>
      </p:sp>
      <p:sp>
        <p:nvSpPr>
          <p:cNvPr id="1048587" name="Text Placeholder 2"/>
          <p:cNvSpPr>
            <a:spLocks noGrp="1"/>
          </p:cNvSpPr>
          <p:nvPr>
            <p:ph type="body" idx="1"/>
          </p:nvPr>
        </p:nvSpPr>
        <p:spPr>
          <a:xfrm>
            <a:off x="785813" y="1591129"/>
            <a:ext cx="7772400" cy="4405086"/>
          </a:xfrm>
        </p:spPr>
        <p:txBody>
          <a:bodyPr>
            <a:normAutofit fontScale="93750"/>
          </a:bodyPr>
          <a:lstStyle/>
          <a:p>
            <a:pPr algn="just">
              <a:lnSpc>
                <a:spcPct val="150000"/>
              </a:lnSpc>
              <a:spcBef>
                <a:spcPts val="0"/>
              </a:spcBef>
              <a:spcAft>
                <a:spcPts val="1000"/>
              </a:spcAft>
            </a:pPr>
            <a:r>
              <a:rPr lang="en-US" dirty="0">
                <a:solidFill>
                  <a:schemeClr val="accent5">
                    <a:lumMod val="50000"/>
                  </a:schemeClr>
                </a:solidFill>
                <a:effectLst/>
                <a:latin typeface="Times New Roman"/>
                <a:ea typeface="Times New Roman"/>
                <a:cs typeface="Times New Roman"/>
              </a:rPr>
              <a:t>Testing is the process of trying to discover every conceivable fault or weakness in a work product. It provides a way to check the functionality of components, sub assemblies, assemblies and/or a finished product It is the process of exercising software with the intent of ensuring that the</a:t>
            </a:r>
            <a:endParaRPr lang="en-US" sz="1600" dirty="0">
              <a:solidFill>
                <a:schemeClr val="accent5">
                  <a:lumMod val="50000"/>
                </a:schemeClr>
              </a:solidFill>
              <a:ea typeface="Times New Roman"/>
              <a:cs typeface="Times New Roman"/>
            </a:endParaRPr>
          </a:p>
          <a:p>
            <a:pPr algn="just">
              <a:lnSpc>
                <a:spcPct val="150000"/>
              </a:lnSpc>
              <a:spcBef>
                <a:spcPts val="0"/>
              </a:spcBef>
              <a:spcAft>
                <a:spcPts val="1000"/>
              </a:spcAft>
            </a:pPr>
            <a:r>
              <a:rPr lang="en-US" dirty="0">
                <a:solidFill>
                  <a:schemeClr val="accent5">
                    <a:lumMod val="50000"/>
                  </a:schemeClr>
                </a:solidFill>
                <a:effectLst/>
                <a:latin typeface="Times New Roman"/>
                <a:ea typeface="Times New Roman"/>
                <a:cs typeface="Times New Roman"/>
              </a:rPr>
              <a:t>Software system meets its requirements and user expectations and does not fail in an unacceptable manner. There are various types of test. Each test type addresses a specific testing requirement.</a:t>
            </a:r>
            <a:endParaRPr lang="en-US" sz="1600" dirty="0">
              <a:solidFill>
                <a:schemeClr val="accent5">
                  <a:lumMod val="50000"/>
                </a:schemeClr>
              </a:solidFill>
              <a:ea typeface="Times New Roman"/>
              <a:cs typeface="Times New Roman"/>
            </a:endParaRPr>
          </a:p>
          <a:p>
            <a:endParaRPr lang="en-US" dirty="0">
              <a:solidFill>
                <a:schemeClr val="accent5">
                  <a:lumMod val="50000"/>
                </a:schemeClr>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3" name="Title 1"/>
          <p:cNvSpPr>
            <a:spLocks noGrp="1"/>
          </p:cNvSpPr>
          <p:nvPr>
            <p:ph type="ctrTitle"/>
          </p:nvPr>
        </p:nvSpPr>
        <p:spPr>
          <a:xfrm>
            <a:off x="304800" y="609600"/>
            <a:ext cx="7772400" cy="1470025"/>
          </a:xfrm>
        </p:spPr>
        <p:txBody>
          <a:bodyPr/>
          <a:lstStyle/>
          <a:p>
            <a:r>
              <a:rPr lang="en-US" dirty="0">
                <a:solidFill>
                  <a:schemeClr val="accent1">
                    <a:lumMod val="75000"/>
                  </a:schemeClr>
                </a:solidFill>
              </a:rPr>
              <a:t>CONCLUSION</a:t>
            </a:r>
          </a:p>
        </p:txBody>
      </p:sp>
      <p:sp>
        <p:nvSpPr>
          <p:cNvPr id="1048594" name="Subtitle 2"/>
          <p:cNvSpPr>
            <a:spLocks noGrp="1"/>
          </p:cNvSpPr>
          <p:nvPr>
            <p:ph type="subTitle" idx="1"/>
          </p:nvPr>
        </p:nvSpPr>
        <p:spPr>
          <a:xfrm>
            <a:off x="533400" y="1600200"/>
            <a:ext cx="8077200" cy="4038600"/>
          </a:xfrm>
        </p:spPr>
        <p:txBody>
          <a:bodyPr>
            <a:normAutofit fontScale="70000" lnSpcReduction="20000"/>
          </a:bodyPr>
          <a:lstStyle/>
          <a:p>
            <a:pPr algn="l"/>
            <a:r>
              <a:rPr lang="en-US" dirty="0">
                <a:solidFill>
                  <a:schemeClr val="accent1">
                    <a:lumMod val="50000"/>
                  </a:schemeClr>
                </a:solidFill>
              </a:rPr>
              <a:t>The Linked List method and </a:t>
            </a:r>
            <a:r>
              <a:rPr lang="en-US" dirty="0" err="1">
                <a:solidFill>
                  <a:schemeClr val="accent1">
                    <a:lumMod val="50000"/>
                  </a:schemeClr>
                </a:solidFill>
              </a:rPr>
              <a:t>Feistel</a:t>
            </a:r>
            <a:r>
              <a:rPr lang="en-US" dirty="0">
                <a:solidFill>
                  <a:schemeClr val="accent1">
                    <a:lumMod val="50000"/>
                  </a:schemeClr>
                </a:solidFill>
              </a:rPr>
              <a:t> Network has been introduced for hiding Information inside Video. </a:t>
            </a:r>
          </a:p>
          <a:p>
            <a:pPr algn="l"/>
            <a:r>
              <a:rPr lang="en-US" dirty="0">
                <a:solidFill>
                  <a:schemeClr val="accent1">
                    <a:lumMod val="50000"/>
                  </a:schemeClr>
                </a:solidFill>
              </a:rPr>
              <a:t>The two main algorithms used for data encryption and data embedding are </a:t>
            </a:r>
            <a:r>
              <a:rPr lang="en-US" dirty="0" err="1">
                <a:solidFill>
                  <a:schemeClr val="accent1">
                    <a:lumMod val="50000"/>
                  </a:schemeClr>
                </a:solidFill>
              </a:rPr>
              <a:t>Feistel</a:t>
            </a:r>
            <a:r>
              <a:rPr lang="en-US" dirty="0">
                <a:solidFill>
                  <a:schemeClr val="accent1">
                    <a:lumMod val="50000"/>
                  </a:schemeClr>
                </a:solidFill>
              </a:rPr>
              <a:t> Network and Linked List method respectively.</a:t>
            </a:r>
          </a:p>
          <a:p>
            <a:pPr algn="l"/>
            <a:r>
              <a:rPr lang="en-US" dirty="0">
                <a:solidFill>
                  <a:schemeClr val="accent1">
                    <a:lumMod val="50000"/>
                  </a:schemeClr>
                </a:solidFill>
              </a:rPr>
              <a:t> Then the encryption of data takes place using </a:t>
            </a:r>
            <a:r>
              <a:rPr lang="en-US" dirty="0" err="1">
                <a:solidFill>
                  <a:schemeClr val="accent1">
                    <a:lumMod val="50000"/>
                  </a:schemeClr>
                </a:solidFill>
              </a:rPr>
              <a:t>Feistel</a:t>
            </a:r>
            <a:r>
              <a:rPr lang="en-US" dirty="0">
                <a:solidFill>
                  <a:schemeClr val="accent1">
                    <a:lumMod val="50000"/>
                  </a:schemeClr>
                </a:solidFill>
              </a:rPr>
              <a:t> Network. After encryption of data, the encrypted data is embedded inside each video frames using Linked List method and </a:t>
            </a:r>
            <a:r>
              <a:rPr lang="en-US" dirty="0" err="1">
                <a:solidFill>
                  <a:schemeClr val="accent1">
                    <a:lumMod val="50000"/>
                  </a:schemeClr>
                </a:solidFill>
              </a:rPr>
              <a:t>Stego</a:t>
            </a:r>
            <a:r>
              <a:rPr lang="en-US" dirty="0">
                <a:solidFill>
                  <a:schemeClr val="accent1">
                    <a:lumMod val="50000"/>
                  </a:schemeClr>
                </a:solidFill>
              </a:rPr>
              <a:t> frames are produced.</a:t>
            </a:r>
          </a:p>
          <a:p>
            <a:pPr algn="l"/>
            <a:r>
              <a:rPr lang="en-US" dirty="0">
                <a:solidFill>
                  <a:schemeClr val="accent1">
                    <a:lumMod val="50000"/>
                  </a:schemeClr>
                </a:solidFill>
              </a:rPr>
              <a:t> Later, the </a:t>
            </a:r>
            <a:r>
              <a:rPr lang="en-US" dirty="0" err="1">
                <a:solidFill>
                  <a:schemeClr val="accent1">
                    <a:lumMod val="50000"/>
                  </a:schemeClr>
                </a:solidFill>
              </a:rPr>
              <a:t>Stego</a:t>
            </a:r>
            <a:r>
              <a:rPr lang="en-US" dirty="0">
                <a:solidFill>
                  <a:schemeClr val="accent1">
                    <a:lumMod val="50000"/>
                  </a:schemeClr>
                </a:solidFill>
              </a:rPr>
              <a:t> Frames are combined to get a </a:t>
            </a:r>
            <a:r>
              <a:rPr lang="en-US" dirty="0" err="1">
                <a:solidFill>
                  <a:schemeClr val="accent1">
                    <a:lumMod val="50000"/>
                  </a:schemeClr>
                </a:solidFill>
              </a:rPr>
              <a:t>Stego</a:t>
            </a:r>
            <a:r>
              <a:rPr lang="en-US" dirty="0">
                <a:solidFill>
                  <a:schemeClr val="accent1">
                    <a:lumMod val="50000"/>
                  </a:schemeClr>
                </a:solidFill>
              </a:rPr>
              <a:t> Video.</a:t>
            </a:r>
          </a:p>
          <a:p>
            <a:pPr algn="l"/>
            <a:r>
              <a:rPr lang="en-US" dirty="0">
                <a:solidFill>
                  <a:schemeClr val="accent1">
                    <a:lumMod val="50000"/>
                  </a:schemeClr>
                </a:solidFill>
              </a:rPr>
              <a:t> This technique provides a high level security to the information and the quality of </a:t>
            </a:r>
            <a:r>
              <a:rPr lang="en-US" dirty="0" err="1">
                <a:solidFill>
                  <a:schemeClr val="accent1">
                    <a:lumMod val="50000"/>
                  </a:schemeClr>
                </a:solidFill>
              </a:rPr>
              <a:t>stego</a:t>
            </a:r>
            <a:r>
              <a:rPr lang="en-US" dirty="0">
                <a:solidFill>
                  <a:schemeClr val="accent1">
                    <a:lumMod val="50000"/>
                  </a:schemeClr>
                </a:solidFill>
              </a:rPr>
              <a:t> video will be equal to the cover video. </a:t>
            </a:r>
          </a:p>
          <a:p>
            <a:endParaRPr lang="en-US" dirty="0">
              <a:solidFill>
                <a:schemeClr val="accent1">
                  <a:lumMod val="50000"/>
                </a:schemeClr>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F3FA9-0177-EF45-8AF1-85B5C843613C}"/>
              </a:ext>
            </a:extLst>
          </p:cNvPr>
          <p:cNvSpPr>
            <a:spLocks noGrp="1"/>
          </p:cNvSpPr>
          <p:nvPr>
            <p:ph type="title"/>
          </p:nvPr>
        </p:nvSpPr>
        <p:spPr/>
        <p:txBody>
          <a:bodyPr/>
          <a:lstStyle/>
          <a:p>
            <a:r>
              <a:rPr lang="en-GB" b="1">
                <a:solidFill>
                  <a:schemeClr val="accent5"/>
                </a:solidFill>
              </a:rPr>
              <a:t>THANK YOU </a:t>
            </a:r>
            <a:endParaRPr lang="en-US" b="1">
              <a:solidFill>
                <a:schemeClr val="accent5"/>
              </a:solidFill>
            </a:endParaRPr>
          </a:p>
        </p:txBody>
      </p:sp>
      <p:sp>
        <p:nvSpPr>
          <p:cNvPr id="4" name="TextBox 3">
            <a:extLst>
              <a:ext uri="{FF2B5EF4-FFF2-40B4-BE49-F238E27FC236}">
                <a16:creationId xmlns:a16="http://schemas.microsoft.com/office/drawing/2014/main" id="{ED421A79-C962-C24C-96A0-38C4AB5A0177}"/>
              </a:ext>
            </a:extLst>
          </p:cNvPr>
          <p:cNvSpPr txBox="1"/>
          <p:nvPr/>
        </p:nvSpPr>
        <p:spPr>
          <a:xfrm>
            <a:off x="1" y="1297213"/>
            <a:ext cx="9144000" cy="5560787"/>
          </a:xfrm>
          <a:prstGeom prst="rect">
            <a:avLst/>
          </a:prstGeom>
          <a:solidFill>
            <a:schemeClr val="accent5">
              <a:lumMod val="60000"/>
              <a:lumOff val="40000"/>
            </a:schemeClr>
          </a:solidFill>
        </p:spPr>
        <p:txBody>
          <a:bodyPr wrap="square" rtlCol="0">
            <a:spAutoFit/>
          </a:bodyPr>
          <a:lstStyle/>
          <a:p>
            <a:pPr algn="l"/>
            <a:endParaRPr lang="en-US"/>
          </a:p>
        </p:txBody>
      </p:sp>
    </p:spTree>
    <p:extLst>
      <p:ext uri="{BB962C8B-B14F-4D97-AF65-F5344CB8AC3E}">
        <p14:creationId xmlns:p14="http://schemas.microsoft.com/office/powerpoint/2010/main" val="31342633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766</Words>
  <Application>Microsoft Office PowerPoint</Application>
  <PresentationFormat>On-screen Show (4:3)</PresentationFormat>
  <Paragraphs>80</Paragraphs>
  <Slides>21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Arial Narrow</vt:lpstr>
      <vt:lpstr>Calibri</vt:lpstr>
      <vt:lpstr>Symbol</vt:lpstr>
      <vt:lpstr>Times New Roman</vt:lpstr>
      <vt:lpstr>Wingdings</vt:lpstr>
      <vt:lpstr>Office Theme</vt:lpstr>
      <vt:lpstr>DUAL STEGANOGRAPHY</vt:lpstr>
      <vt:lpstr>INTRODUTION</vt:lpstr>
      <vt:lpstr>PowerPoint Presentation</vt:lpstr>
      <vt:lpstr>PROPOSED &amp; EXISTING </vt:lpstr>
      <vt:lpstr>PowerPoint Presentation</vt:lpstr>
      <vt:lpstr>UML DIAGRAMS </vt:lpstr>
      <vt:lpstr>PowerPoint Presentation</vt:lpstr>
      <vt:lpstr>Sequence:</vt:lpstr>
      <vt:lpstr>PowerPoint Presentation</vt:lpstr>
      <vt:lpstr>PowerPoint Presentation</vt:lpstr>
      <vt:lpstr>EncryptED ARCHITECTURE: Extracting frames from video Encrypting data using Feistel network algorithm Embedding text inside image frame</vt:lpstr>
      <vt:lpstr>DECRYPTED  ARCHITETURE: Extracting frames from Stego video  Separating data from stego frames</vt:lpstr>
      <vt:lpstr>PowerPoint Presentation</vt:lpstr>
      <vt:lpstr>PowerPoint Presentation</vt:lpstr>
      <vt:lpstr>PowerPoint Presentation</vt:lpstr>
      <vt:lpstr>PowerPoint Presentation</vt:lpstr>
      <vt:lpstr>PowerPoint Presentation</vt:lpstr>
      <vt:lpstr>PowerPoint Presentation</vt:lpstr>
      <vt:lpstr>TESTING</vt:lpstr>
      <vt:lpstr>CONCLUSION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DUAL STEGANOGRAPHY</dc:title>
  <dc:creator>Home</dc:creator>
  <cp:lastModifiedBy>Ram Arun Balthu</cp:lastModifiedBy>
  <cp:revision>10</cp:revision>
  <dcterms:created xsi:type="dcterms:W3CDTF">2018-06-21T15:47:16Z</dcterms:created>
  <dcterms:modified xsi:type="dcterms:W3CDTF">2026-02-21T00:21:44Z</dcterms:modified>
</cp:coreProperties>
</file>