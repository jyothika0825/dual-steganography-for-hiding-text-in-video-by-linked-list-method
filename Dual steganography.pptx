
<file path=[Content_Types].xml><?xml version="1.0" encoding="utf-8"?>
<Types xmlns="http://schemas.openxmlformats.org/package/2006/content-types">
  <Default Extension="emf" ContentType="image/x-emf"/>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autoCompressPictures="0">
  <p:sldMasterIdLst>
    <p:sldMasterId id="2147483688" r:id="rId1"/>
  </p:sldMasterIdLst>
  <p:sldIdLst>
    <p:sldId id="256" r:id="rId2"/>
    <p:sldId id="257" r:id="rId3"/>
    <p:sldId id="270" r:id="rId4"/>
    <p:sldId id="268" r:id="rId5"/>
    <p:sldId id="269" r:id="rId6"/>
    <p:sldId id="282" r:id="rId7"/>
    <p:sldId id="271" r:id="rId8"/>
    <p:sldId id="272" r:id="rId9"/>
    <p:sldId id="273" r:id="rId10"/>
    <p:sldId id="274" r:id="rId11"/>
    <p:sldId id="275" r:id="rId12"/>
    <p:sldId id="276" r:id="rId13"/>
    <p:sldId id="277" r:id="rId14"/>
    <p:sldId id="278" r:id="rId15"/>
    <p:sldId id="279" r:id="rId16"/>
    <p:sldId id="280" r:id="rId17"/>
    <p:sldId id="281" r:id="rId18"/>
    <p:sldId id="266" r:id="rId19"/>
    <p:sldId id="267" r:id="rId20"/>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735" autoAdjust="0"/>
    <p:restoredTop sz="94660"/>
  </p:normalViewPr>
  <p:slideViewPr>
    <p:cSldViewPr snapToGrid="0">
      <p:cViewPr>
        <p:scale>
          <a:sx n="74" d="100"/>
          <a:sy n="74" d="100"/>
        </p:scale>
        <p:origin x="1008" y="278"/>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presProps" Target="pres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viewProps" Target="viewProps.xml"/></Relationships>
</file>

<file path=ppt/slideLayouts/_rels/slideLayout1.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pic>
        <p:nvPicPr>
          <p:cNvPr id="66" name="Picture 2" descr="\\DROBO-FS\QuickDrops\JB\PPTX NG\Droplets\LightingOverlay.png"/>
          <p:cNvPicPr>
            <a:picLocks noChangeAspect="1" noChangeArrowheads="1"/>
          </p:cNvPicPr>
          <p:nvPr/>
        </p:nvPicPr>
        <p:blipFill>
          <a:blip r:embed="rId2">
            <a:alphaModFix amt="30000"/>
            <a:duotone>
              <a:prstClr val="black"/>
              <a:schemeClr val="tx2">
                <a:tint val="45000"/>
                <a:satMod val="400000"/>
              </a:schemeClr>
            </a:duotone>
            <a:extLst>
              <a:ext uri="{28A0092B-C50C-407E-A947-70E740481C1C}">
                <a14:useLocalDpi xmlns:a14="http://schemas.microsoft.com/office/drawing/2010/main" val="0"/>
              </a:ext>
            </a:extLst>
          </a:blip>
          <a:srcRect/>
          <a:stretch>
            <a:fillRect/>
          </a:stretch>
        </p:blipFill>
        <p:spPr bwMode="auto">
          <a:xfrm>
            <a:off x="0" y="-1"/>
            <a:ext cx="12192003" cy="6858001"/>
          </a:xfrm>
          <a:prstGeom prst="rect">
            <a:avLst/>
          </a:prstGeom>
          <a:noFill/>
          <a:extLst>
            <a:ext uri="{909E8E84-426E-40dd-AFC4-6F175D3DCCD1}">
              <a14:hiddenFill xmlns="" xmlns:a14="http://schemas.microsoft.com/office/drawing/2010/main">
                <a:solidFill>
                  <a:srgbClr val="FFFFFF"/>
                </a:solidFill>
              </a14:hiddenFill>
            </a:ext>
          </a:extLst>
        </p:spPr>
      </p:pic>
      <p:grpSp>
        <p:nvGrpSpPr>
          <p:cNvPr id="11" name="Group 10"/>
          <p:cNvGrpSpPr/>
          <p:nvPr/>
        </p:nvGrpSpPr>
        <p:grpSpPr>
          <a:xfrm>
            <a:off x="0" y="0"/>
            <a:ext cx="2305051" cy="6858001"/>
            <a:chOff x="0" y="0"/>
            <a:chExt cx="2305051" cy="6858001"/>
          </a:xfrm>
          <a:gradFill flip="none" rotWithShape="1">
            <a:gsLst>
              <a:gs pos="0">
                <a:schemeClr val="tx2"/>
              </a:gs>
              <a:gs pos="100000">
                <a:schemeClr val="tx2">
                  <a:lumMod val="50000"/>
                </a:schemeClr>
              </a:gs>
            </a:gsLst>
            <a:lin ang="5400000" scaled="0"/>
            <a:tileRect/>
          </a:gradFill>
        </p:grpSpPr>
        <p:sp>
          <p:nvSpPr>
            <p:cNvPr id="12" name="Rectangle 5"/>
            <p:cNvSpPr>
              <a:spLocks noChangeArrowheads="1"/>
            </p:cNvSpPr>
            <p:nvPr/>
          </p:nvSpPr>
          <p:spPr bwMode="auto">
            <a:xfrm>
              <a:off x="1209675" y="4763"/>
              <a:ext cx="23813" cy="2181225"/>
            </a:xfrm>
            <a:prstGeom prst="rect">
              <a:avLst/>
            </a:prstGeom>
            <a:grpFill/>
            <a:ln>
              <a:noFill/>
            </a:ln>
            <a:extLst>
              <a:ext uri="{91240B29-F687-4f45-9708-019B960494DF}">
                <a14:hiddenLine xmlns="" xmlns:a14="http://schemas.microsoft.com/office/drawing/2010/main" w="9525">
                  <a:solidFill>
                    <a:srgbClr val="000000"/>
                  </a:solidFill>
                  <a:miter lim="800000"/>
                  <a:headEnd/>
                  <a:tailEnd/>
                </a14:hiddenLine>
              </a:ext>
            </a:extLst>
          </p:spPr>
          <p:txBody>
            <a:bodyPr/>
            <a:lstStyle/>
            <a:p>
              <a:endParaRPr lang="en-US"/>
            </a:p>
          </p:txBody>
        </p:sp>
        <p:sp>
          <p:nvSpPr>
            <p:cNvPr id="13" name="Freeform 6"/>
            <p:cNvSpPr>
              <a:spLocks noEditPoints="1"/>
            </p:cNvSpPr>
            <p:nvPr/>
          </p:nvSpPr>
          <p:spPr bwMode="auto">
            <a:xfrm>
              <a:off x="1128713" y="217646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11"/>
                    <a:pt x="28"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txBody>
            <a:bodyPr/>
            <a:lstStyle/>
            <a:p>
              <a:endParaRPr lang="en-US"/>
            </a:p>
          </p:txBody>
        </p:sp>
        <p:sp>
          <p:nvSpPr>
            <p:cNvPr id="14" name="Freeform 7"/>
            <p:cNvSpPr>
              <a:spLocks noEditPoints="1"/>
            </p:cNvSpPr>
            <p:nvPr/>
          </p:nvSpPr>
          <p:spPr bwMode="auto">
            <a:xfrm>
              <a:off x="1123950" y="4021138"/>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txBody>
            <a:bodyPr/>
            <a:lstStyle/>
            <a:p>
              <a:endParaRPr lang="en-US"/>
            </a:p>
          </p:txBody>
        </p:sp>
        <p:sp>
          <p:nvSpPr>
            <p:cNvPr id="15" name="Rectangle 8"/>
            <p:cNvSpPr>
              <a:spLocks noChangeArrowheads="1"/>
            </p:cNvSpPr>
            <p:nvPr/>
          </p:nvSpPr>
          <p:spPr bwMode="auto">
            <a:xfrm>
              <a:off x="414338" y="9525"/>
              <a:ext cx="28575" cy="4481513"/>
            </a:xfrm>
            <a:prstGeom prst="rect">
              <a:avLst/>
            </a:prstGeom>
            <a:grpFill/>
            <a:ln>
              <a:noFill/>
            </a:ln>
            <a:extLst>
              <a:ext uri="{91240B29-F687-4f45-9708-019B960494DF}">
                <a14:hiddenLine xmlns="" xmlns:a14="http://schemas.microsoft.com/office/drawing/2010/main" w="9525">
                  <a:solidFill>
                    <a:srgbClr val="000000"/>
                  </a:solidFill>
                  <a:miter lim="800000"/>
                  <a:headEnd/>
                  <a:tailEnd/>
                </a14:hiddenLine>
              </a:ext>
            </a:extLst>
          </p:spPr>
          <p:txBody>
            <a:bodyPr/>
            <a:lstStyle/>
            <a:p>
              <a:endParaRPr lang="en-US"/>
            </a:p>
          </p:txBody>
        </p:sp>
        <p:sp>
          <p:nvSpPr>
            <p:cNvPr id="16" name="Freeform 9"/>
            <p:cNvSpPr>
              <a:spLocks noEditPoints="1"/>
            </p:cNvSpPr>
            <p:nvPr/>
          </p:nvSpPr>
          <p:spPr bwMode="auto">
            <a:xfrm>
              <a:off x="333375" y="448151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txBody>
            <a:bodyPr/>
            <a:lstStyle/>
            <a:p>
              <a:endParaRPr lang="en-US"/>
            </a:p>
          </p:txBody>
        </p:sp>
        <p:sp>
          <p:nvSpPr>
            <p:cNvPr id="17" name="Freeform 10"/>
            <p:cNvSpPr/>
            <p:nvPr/>
          </p:nvSpPr>
          <p:spPr bwMode="auto">
            <a:xfrm>
              <a:off x="190500" y="9525"/>
              <a:ext cx="152400" cy="908050"/>
            </a:xfrm>
            <a:custGeom>
              <a:avLst/>
              <a:gdLst/>
              <a:ahLst/>
              <a:cxnLst/>
              <a:rect l="0" t="0" r="r" b="b"/>
              <a:pathLst>
                <a:path w="96" h="572">
                  <a:moveTo>
                    <a:pt x="15" y="572"/>
                  </a:moveTo>
                  <a:lnTo>
                    <a:pt x="0" y="566"/>
                  </a:lnTo>
                  <a:lnTo>
                    <a:pt x="81" y="380"/>
                  </a:lnTo>
                  <a:lnTo>
                    <a:pt x="81" y="0"/>
                  </a:lnTo>
                  <a:lnTo>
                    <a:pt x="96" y="0"/>
                  </a:lnTo>
                  <a:lnTo>
                    <a:pt x="96" y="383"/>
                  </a:lnTo>
                  <a:lnTo>
                    <a:pt x="15" y="572"/>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txBody>
            <a:bodyPr/>
            <a:lstStyle/>
            <a:p>
              <a:endParaRPr lang="en-US"/>
            </a:p>
          </p:txBody>
        </p:sp>
        <p:sp>
          <p:nvSpPr>
            <p:cNvPr id="18" name="Freeform 11"/>
            <p:cNvSpPr/>
            <p:nvPr/>
          </p:nvSpPr>
          <p:spPr bwMode="auto">
            <a:xfrm>
              <a:off x="1290638" y="14288"/>
              <a:ext cx="376238" cy="1801813"/>
            </a:xfrm>
            <a:custGeom>
              <a:avLst/>
              <a:gdLst/>
              <a:ahLst/>
              <a:cxnLst/>
              <a:rect l="0" t="0" r="r" b="b"/>
              <a:pathLst>
                <a:path w="237" h="1135">
                  <a:moveTo>
                    <a:pt x="222" y="1135"/>
                  </a:moveTo>
                  <a:lnTo>
                    <a:pt x="0" y="620"/>
                  </a:lnTo>
                  <a:lnTo>
                    <a:pt x="0" y="0"/>
                  </a:lnTo>
                  <a:lnTo>
                    <a:pt x="18" y="0"/>
                  </a:lnTo>
                  <a:lnTo>
                    <a:pt x="18" y="617"/>
                  </a:lnTo>
                  <a:lnTo>
                    <a:pt x="237" y="1129"/>
                  </a:lnTo>
                  <a:lnTo>
                    <a:pt x="222" y="1135"/>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txBody>
            <a:bodyPr/>
            <a:lstStyle/>
            <a:p>
              <a:endParaRPr lang="en-US"/>
            </a:p>
          </p:txBody>
        </p:sp>
        <p:sp>
          <p:nvSpPr>
            <p:cNvPr id="19" name="Freeform 12"/>
            <p:cNvSpPr>
              <a:spLocks noEditPoints="1"/>
            </p:cNvSpPr>
            <p:nvPr/>
          </p:nvSpPr>
          <p:spPr bwMode="auto">
            <a:xfrm>
              <a:off x="1600200" y="1801813"/>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11"/>
                    <a:pt x="28"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txBody>
            <a:bodyPr/>
            <a:lstStyle/>
            <a:p>
              <a:endParaRPr lang="en-US"/>
            </a:p>
          </p:txBody>
        </p:sp>
        <p:sp>
          <p:nvSpPr>
            <p:cNvPr id="20" name="Freeform 13"/>
            <p:cNvSpPr/>
            <p:nvPr/>
          </p:nvSpPr>
          <p:spPr bwMode="auto">
            <a:xfrm>
              <a:off x="1381125" y="9525"/>
              <a:ext cx="371475" cy="1425575"/>
            </a:xfrm>
            <a:custGeom>
              <a:avLst/>
              <a:gdLst/>
              <a:ahLst/>
              <a:cxnLst/>
              <a:rect l="0" t="0" r="r" b="b"/>
              <a:pathLst>
                <a:path w="234" h="898">
                  <a:moveTo>
                    <a:pt x="219" y="898"/>
                  </a:moveTo>
                  <a:lnTo>
                    <a:pt x="0" y="383"/>
                  </a:lnTo>
                  <a:lnTo>
                    <a:pt x="0" y="0"/>
                  </a:lnTo>
                  <a:lnTo>
                    <a:pt x="15" y="0"/>
                  </a:lnTo>
                  <a:lnTo>
                    <a:pt x="15" y="380"/>
                  </a:lnTo>
                  <a:lnTo>
                    <a:pt x="234" y="892"/>
                  </a:lnTo>
                  <a:lnTo>
                    <a:pt x="219" y="898"/>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txBody>
            <a:bodyPr/>
            <a:lstStyle/>
            <a:p>
              <a:endParaRPr lang="en-US"/>
            </a:p>
          </p:txBody>
        </p:sp>
        <p:sp>
          <p:nvSpPr>
            <p:cNvPr id="21" name="Freeform 14"/>
            <p:cNvSpPr/>
            <p:nvPr/>
          </p:nvSpPr>
          <p:spPr bwMode="auto">
            <a:xfrm>
              <a:off x="1643063" y="0"/>
              <a:ext cx="152400" cy="912813"/>
            </a:xfrm>
            <a:custGeom>
              <a:avLst/>
              <a:gdLst/>
              <a:ahLst/>
              <a:cxnLst/>
              <a:rect l="0" t="0" r="r" b="b"/>
              <a:pathLst>
                <a:path w="96" h="575">
                  <a:moveTo>
                    <a:pt x="96" y="575"/>
                  </a:moveTo>
                  <a:lnTo>
                    <a:pt x="78" y="575"/>
                  </a:lnTo>
                  <a:lnTo>
                    <a:pt x="78" y="192"/>
                  </a:lnTo>
                  <a:lnTo>
                    <a:pt x="0" y="6"/>
                  </a:lnTo>
                  <a:lnTo>
                    <a:pt x="15" y="0"/>
                  </a:lnTo>
                  <a:lnTo>
                    <a:pt x="96" y="189"/>
                  </a:lnTo>
                  <a:lnTo>
                    <a:pt x="96" y="575"/>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txBody>
            <a:bodyPr/>
            <a:lstStyle/>
            <a:p>
              <a:endParaRPr lang="en-US"/>
            </a:p>
          </p:txBody>
        </p:sp>
        <p:sp>
          <p:nvSpPr>
            <p:cNvPr id="22" name="Freeform 15"/>
            <p:cNvSpPr>
              <a:spLocks noEditPoints="1"/>
            </p:cNvSpPr>
            <p:nvPr/>
          </p:nvSpPr>
          <p:spPr bwMode="auto">
            <a:xfrm>
              <a:off x="1685925" y="142081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txBody>
            <a:bodyPr/>
            <a:lstStyle/>
            <a:p>
              <a:endParaRPr lang="en-US"/>
            </a:p>
          </p:txBody>
        </p:sp>
        <p:sp>
          <p:nvSpPr>
            <p:cNvPr id="23" name="Freeform 16"/>
            <p:cNvSpPr>
              <a:spLocks noEditPoints="1"/>
            </p:cNvSpPr>
            <p:nvPr/>
          </p:nvSpPr>
          <p:spPr bwMode="auto">
            <a:xfrm>
              <a:off x="1685925" y="903288"/>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txBody>
            <a:bodyPr/>
            <a:lstStyle/>
            <a:p>
              <a:endParaRPr lang="en-US"/>
            </a:p>
          </p:txBody>
        </p:sp>
        <p:sp>
          <p:nvSpPr>
            <p:cNvPr id="24" name="Freeform 17"/>
            <p:cNvSpPr/>
            <p:nvPr/>
          </p:nvSpPr>
          <p:spPr bwMode="auto">
            <a:xfrm>
              <a:off x="1743075" y="4763"/>
              <a:ext cx="419100" cy="522288"/>
            </a:xfrm>
            <a:custGeom>
              <a:avLst/>
              <a:gdLst/>
              <a:ahLst/>
              <a:cxnLst/>
              <a:rect l="0" t="0" r="r" b="b"/>
              <a:pathLst>
                <a:path w="264" h="329">
                  <a:moveTo>
                    <a:pt x="252" y="329"/>
                  </a:moveTo>
                  <a:lnTo>
                    <a:pt x="45" y="120"/>
                  </a:lnTo>
                  <a:lnTo>
                    <a:pt x="0" y="6"/>
                  </a:lnTo>
                  <a:lnTo>
                    <a:pt x="15" y="0"/>
                  </a:lnTo>
                  <a:lnTo>
                    <a:pt x="60" y="111"/>
                  </a:lnTo>
                  <a:lnTo>
                    <a:pt x="264" y="317"/>
                  </a:lnTo>
                  <a:lnTo>
                    <a:pt x="252" y="329"/>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txBody>
            <a:bodyPr/>
            <a:lstStyle/>
            <a:p>
              <a:endParaRPr lang="en-US"/>
            </a:p>
          </p:txBody>
        </p:sp>
        <p:sp>
          <p:nvSpPr>
            <p:cNvPr id="25" name="Freeform 18"/>
            <p:cNvSpPr>
              <a:spLocks noEditPoints="1"/>
            </p:cNvSpPr>
            <p:nvPr/>
          </p:nvSpPr>
          <p:spPr bwMode="auto">
            <a:xfrm>
              <a:off x="2119313" y="488950"/>
              <a:ext cx="161925" cy="147638"/>
            </a:xfrm>
            <a:custGeom>
              <a:avLst/>
              <a:gdLst/>
              <a:ahLst/>
              <a:cxnLst/>
              <a:rect l="0" t="0" r="r" b="b"/>
              <a:pathLst>
                <a:path w="34" h="31">
                  <a:moveTo>
                    <a:pt x="17" y="31"/>
                  </a:moveTo>
                  <a:cubicBezTo>
                    <a:pt x="13" y="31"/>
                    <a:pt x="9" y="30"/>
                    <a:pt x="6" y="27"/>
                  </a:cubicBezTo>
                  <a:cubicBezTo>
                    <a:pt x="0" y="20"/>
                    <a:pt x="0" y="10"/>
                    <a:pt x="6" y="4"/>
                  </a:cubicBezTo>
                  <a:cubicBezTo>
                    <a:pt x="9" y="1"/>
                    <a:pt x="13" y="0"/>
                    <a:pt x="17" y="0"/>
                  </a:cubicBezTo>
                  <a:cubicBezTo>
                    <a:pt x="21" y="0"/>
                    <a:pt x="25" y="1"/>
                    <a:pt x="28" y="4"/>
                  </a:cubicBezTo>
                  <a:cubicBezTo>
                    <a:pt x="34" y="10"/>
                    <a:pt x="34" y="20"/>
                    <a:pt x="28" y="27"/>
                  </a:cubicBezTo>
                  <a:cubicBezTo>
                    <a:pt x="25" y="30"/>
                    <a:pt x="21" y="31"/>
                    <a:pt x="17" y="31"/>
                  </a:cubicBezTo>
                  <a:close/>
                  <a:moveTo>
                    <a:pt x="17" y="4"/>
                  </a:moveTo>
                  <a:cubicBezTo>
                    <a:pt x="14" y="4"/>
                    <a:pt x="11" y="5"/>
                    <a:pt x="9" y="7"/>
                  </a:cubicBezTo>
                  <a:cubicBezTo>
                    <a:pt x="4" y="12"/>
                    <a:pt x="4" y="19"/>
                    <a:pt x="9" y="24"/>
                  </a:cubicBezTo>
                  <a:cubicBezTo>
                    <a:pt x="11" y="26"/>
                    <a:pt x="14" y="27"/>
                    <a:pt x="17" y="27"/>
                  </a:cubicBezTo>
                  <a:cubicBezTo>
                    <a:pt x="20" y="27"/>
                    <a:pt x="23" y="26"/>
                    <a:pt x="25" y="24"/>
                  </a:cubicBezTo>
                  <a:cubicBezTo>
                    <a:pt x="30" y="19"/>
                    <a:pt x="30" y="12"/>
                    <a:pt x="25" y="7"/>
                  </a:cubicBezTo>
                  <a:cubicBezTo>
                    <a:pt x="23" y="5"/>
                    <a:pt x="20" y="4"/>
                    <a:pt x="17"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txBody>
            <a:bodyPr/>
            <a:lstStyle/>
            <a:p>
              <a:endParaRPr lang="en-US"/>
            </a:p>
          </p:txBody>
        </p:sp>
        <p:sp>
          <p:nvSpPr>
            <p:cNvPr id="26" name="Freeform 19"/>
            <p:cNvSpPr/>
            <p:nvPr/>
          </p:nvSpPr>
          <p:spPr bwMode="auto">
            <a:xfrm>
              <a:off x="952500" y="4763"/>
              <a:ext cx="152400" cy="908050"/>
            </a:xfrm>
            <a:custGeom>
              <a:avLst/>
              <a:gdLst/>
              <a:ahLst/>
              <a:cxnLst/>
              <a:rect l="0" t="0" r="r" b="b"/>
              <a:pathLst>
                <a:path w="96" h="572">
                  <a:moveTo>
                    <a:pt x="15" y="572"/>
                  </a:moveTo>
                  <a:lnTo>
                    <a:pt x="0" y="572"/>
                  </a:lnTo>
                  <a:lnTo>
                    <a:pt x="0" y="189"/>
                  </a:lnTo>
                  <a:lnTo>
                    <a:pt x="81" y="0"/>
                  </a:lnTo>
                  <a:lnTo>
                    <a:pt x="96" y="6"/>
                  </a:lnTo>
                  <a:lnTo>
                    <a:pt x="15" y="192"/>
                  </a:lnTo>
                  <a:lnTo>
                    <a:pt x="15" y="572"/>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txBody>
            <a:bodyPr/>
            <a:lstStyle/>
            <a:p>
              <a:endParaRPr lang="en-US"/>
            </a:p>
          </p:txBody>
        </p:sp>
        <p:sp>
          <p:nvSpPr>
            <p:cNvPr id="27" name="Freeform 20"/>
            <p:cNvSpPr>
              <a:spLocks noEditPoints="1"/>
            </p:cNvSpPr>
            <p:nvPr/>
          </p:nvSpPr>
          <p:spPr bwMode="auto">
            <a:xfrm>
              <a:off x="866775" y="903288"/>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2"/>
                    <a:pt x="4" y="20"/>
                  </a:cubicBezTo>
                  <a:cubicBezTo>
                    <a:pt x="4" y="29"/>
                    <a:pt x="11" y="36"/>
                    <a:pt x="20" y="36"/>
                  </a:cubicBezTo>
                  <a:cubicBezTo>
                    <a:pt x="29" y="36"/>
                    <a:pt x="36" y="29"/>
                    <a:pt x="36" y="20"/>
                  </a:cubicBezTo>
                  <a:cubicBezTo>
                    <a:pt x="36" y="12"/>
                    <a:pt x="29"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txBody>
            <a:bodyPr/>
            <a:lstStyle/>
            <a:p>
              <a:endParaRPr lang="en-US"/>
            </a:p>
          </p:txBody>
        </p:sp>
        <p:sp>
          <p:nvSpPr>
            <p:cNvPr id="28" name="Freeform 21"/>
            <p:cNvSpPr>
              <a:spLocks noEditPoints="1"/>
            </p:cNvSpPr>
            <p:nvPr/>
          </p:nvSpPr>
          <p:spPr bwMode="auto">
            <a:xfrm>
              <a:off x="890588" y="155416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8"/>
                    <a:pt x="11" y="36"/>
                    <a:pt x="20" y="36"/>
                  </a:cubicBezTo>
                  <a:cubicBezTo>
                    <a:pt x="29" y="36"/>
                    <a:pt x="36" y="28"/>
                    <a:pt x="36" y="20"/>
                  </a:cubicBezTo>
                  <a:cubicBezTo>
                    <a:pt x="36" y="11"/>
                    <a:pt x="29"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txBody>
            <a:bodyPr/>
            <a:lstStyle/>
            <a:p>
              <a:endParaRPr lang="en-US"/>
            </a:p>
          </p:txBody>
        </p:sp>
        <p:sp>
          <p:nvSpPr>
            <p:cNvPr id="29" name="Freeform 22"/>
            <p:cNvSpPr/>
            <p:nvPr/>
          </p:nvSpPr>
          <p:spPr bwMode="auto">
            <a:xfrm>
              <a:off x="738188" y="5622925"/>
              <a:ext cx="338138" cy="1216025"/>
            </a:xfrm>
            <a:custGeom>
              <a:avLst/>
              <a:gdLst/>
              <a:ahLst/>
              <a:cxnLst/>
              <a:rect l="0" t="0" r="r" b="b"/>
              <a:pathLst>
                <a:path w="213" h="766">
                  <a:moveTo>
                    <a:pt x="213" y="766"/>
                  </a:moveTo>
                  <a:lnTo>
                    <a:pt x="195" y="766"/>
                  </a:lnTo>
                  <a:lnTo>
                    <a:pt x="195" y="464"/>
                  </a:lnTo>
                  <a:lnTo>
                    <a:pt x="0" y="6"/>
                  </a:lnTo>
                  <a:lnTo>
                    <a:pt x="12" y="0"/>
                  </a:lnTo>
                  <a:lnTo>
                    <a:pt x="213" y="461"/>
                  </a:lnTo>
                  <a:lnTo>
                    <a:pt x="213" y="766"/>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txBody>
            <a:bodyPr/>
            <a:lstStyle/>
            <a:p>
              <a:endParaRPr lang="en-US"/>
            </a:p>
          </p:txBody>
        </p:sp>
        <p:sp>
          <p:nvSpPr>
            <p:cNvPr id="30" name="Freeform 23"/>
            <p:cNvSpPr>
              <a:spLocks noEditPoints="1"/>
            </p:cNvSpPr>
            <p:nvPr/>
          </p:nvSpPr>
          <p:spPr bwMode="auto">
            <a:xfrm>
              <a:off x="647700" y="5480050"/>
              <a:ext cx="157163" cy="157163"/>
            </a:xfrm>
            <a:custGeom>
              <a:avLst/>
              <a:gdLst/>
              <a:ahLst/>
              <a:cxnLst/>
              <a:rect l="0" t="0" r="r" b="b"/>
              <a:pathLst>
                <a:path w="33" h="33">
                  <a:moveTo>
                    <a:pt x="17" y="33"/>
                  </a:moveTo>
                  <a:cubicBezTo>
                    <a:pt x="8" y="33"/>
                    <a:pt x="0" y="26"/>
                    <a:pt x="0" y="17"/>
                  </a:cubicBezTo>
                  <a:cubicBezTo>
                    <a:pt x="0" y="8"/>
                    <a:pt x="8" y="0"/>
                    <a:pt x="17" y="0"/>
                  </a:cubicBezTo>
                  <a:cubicBezTo>
                    <a:pt x="26" y="0"/>
                    <a:pt x="33" y="8"/>
                    <a:pt x="33" y="17"/>
                  </a:cubicBezTo>
                  <a:cubicBezTo>
                    <a:pt x="33" y="26"/>
                    <a:pt x="26" y="33"/>
                    <a:pt x="17" y="33"/>
                  </a:cubicBezTo>
                  <a:close/>
                  <a:moveTo>
                    <a:pt x="17" y="4"/>
                  </a:moveTo>
                  <a:cubicBezTo>
                    <a:pt x="10" y="4"/>
                    <a:pt x="4" y="10"/>
                    <a:pt x="4" y="17"/>
                  </a:cubicBezTo>
                  <a:cubicBezTo>
                    <a:pt x="4" y="24"/>
                    <a:pt x="10" y="29"/>
                    <a:pt x="17" y="29"/>
                  </a:cubicBezTo>
                  <a:cubicBezTo>
                    <a:pt x="23" y="29"/>
                    <a:pt x="29" y="24"/>
                    <a:pt x="29" y="17"/>
                  </a:cubicBezTo>
                  <a:cubicBezTo>
                    <a:pt x="29" y="10"/>
                    <a:pt x="23" y="4"/>
                    <a:pt x="17"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txBody>
            <a:bodyPr/>
            <a:lstStyle/>
            <a:p>
              <a:endParaRPr lang="en-US"/>
            </a:p>
          </p:txBody>
        </p:sp>
        <p:sp>
          <p:nvSpPr>
            <p:cNvPr id="31" name="Freeform 24"/>
            <p:cNvSpPr>
              <a:spLocks noEditPoints="1"/>
            </p:cNvSpPr>
            <p:nvPr/>
          </p:nvSpPr>
          <p:spPr bwMode="auto">
            <a:xfrm>
              <a:off x="66675" y="903288"/>
              <a:ext cx="190500" cy="190500"/>
            </a:xfrm>
            <a:custGeom>
              <a:avLst/>
              <a:gdLst/>
              <a:ahLst/>
              <a:cxnLst/>
              <a:rect l="0" t="0" r="r" b="b"/>
              <a:pathLst>
                <a:path w="40" h="40">
                  <a:moveTo>
                    <a:pt x="20" y="40"/>
                  </a:moveTo>
                  <a:cubicBezTo>
                    <a:pt x="9" y="40"/>
                    <a:pt x="0" y="31"/>
                    <a:pt x="0" y="20"/>
                  </a:cubicBezTo>
                  <a:cubicBezTo>
                    <a:pt x="0" y="9"/>
                    <a:pt x="9" y="0"/>
                    <a:pt x="20" y="0"/>
                  </a:cubicBezTo>
                  <a:cubicBezTo>
                    <a:pt x="32" y="0"/>
                    <a:pt x="40" y="9"/>
                    <a:pt x="40" y="20"/>
                  </a:cubicBezTo>
                  <a:cubicBezTo>
                    <a:pt x="40" y="31"/>
                    <a:pt x="32" y="40"/>
                    <a:pt x="20" y="40"/>
                  </a:cubicBezTo>
                  <a:close/>
                  <a:moveTo>
                    <a:pt x="20" y="4"/>
                  </a:moveTo>
                  <a:cubicBezTo>
                    <a:pt x="12" y="4"/>
                    <a:pt x="4" y="12"/>
                    <a:pt x="4" y="20"/>
                  </a:cubicBezTo>
                  <a:cubicBezTo>
                    <a:pt x="4" y="29"/>
                    <a:pt x="12" y="36"/>
                    <a:pt x="20" y="36"/>
                  </a:cubicBezTo>
                  <a:cubicBezTo>
                    <a:pt x="29" y="36"/>
                    <a:pt x="36" y="29"/>
                    <a:pt x="36" y="20"/>
                  </a:cubicBezTo>
                  <a:cubicBezTo>
                    <a:pt x="36" y="12"/>
                    <a:pt x="29"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txBody>
            <a:bodyPr/>
            <a:lstStyle/>
            <a:p>
              <a:endParaRPr lang="en-US"/>
            </a:p>
          </p:txBody>
        </p:sp>
        <p:sp>
          <p:nvSpPr>
            <p:cNvPr id="32" name="Freeform 25"/>
            <p:cNvSpPr/>
            <p:nvPr/>
          </p:nvSpPr>
          <p:spPr bwMode="auto">
            <a:xfrm>
              <a:off x="0" y="3897313"/>
              <a:ext cx="133350" cy="266700"/>
            </a:xfrm>
            <a:custGeom>
              <a:avLst/>
              <a:gdLst/>
              <a:ahLst/>
              <a:cxnLst/>
              <a:rect l="0" t="0" r="r" b="b"/>
              <a:pathLst>
                <a:path w="84" h="168">
                  <a:moveTo>
                    <a:pt x="69" y="168"/>
                  </a:moveTo>
                  <a:lnTo>
                    <a:pt x="0" y="6"/>
                  </a:lnTo>
                  <a:lnTo>
                    <a:pt x="12" y="0"/>
                  </a:lnTo>
                  <a:lnTo>
                    <a:pt x="84" y="162"/>
                  </a:lnTo>
                  <a:lnTo>
                    <a:pt x="69" y="168"/>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txBody>
            <a:bodyPr/>
            <a:lstStyle/>
            <a:p>
              <a:endParaRPr lang="en-US"/>
            </a:p>
          </p:txBody>
        </p:sp>
        <p:sp>
          <p:nvSpPr>
            <p:cNvPr id="33" name="Freeform 26"/>
            <p:cNvSpPr>
              <a:spLocks noEditPoints="1"/>
            </p:cNvSpPr>
            <p:nvPr/>
          </p:nvSpPr>
          <p:spPr bwMode="auto">
            <a:xfrm>
              <a:off x="66675" y="4149725"/>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8"/>
                    <a:pt x="11" y="36"/>
                    <a:pt x="20" y="36"/>
                  </a:cubicBezTo>
                  <a:cubicBezTo>
                    <a:pt x="29" y="36"/>
                    <a:pt x="36" y="28"/>
                    <a:pt x="36" y="20"/>
                  </a:cubicBezTo>
                  <a:cubicBezTo>
                    <a:pt x="36" y="11"/>
                    <a:pt x="29"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txBody>
            <a:bodyPr/>
            <a:lstStyle/>
            <a:p>
              <a:endParaRPr lang="en-US"/>
            </a:p>
          </p:txBody>
        </p:sp>
        <p:sp>
          <p:nvSpPr>
            <p:cNvPr id="34" name="Freeform 27"/>
            <p:cNvSpPr/>
            <p:nvPr/>
          </p:nvSpPr>
          <p:spPr bwMode="auto">
            <a:xfrm>
              <a:off x="0" y="1644650"/>
              <a:ext cx="133350" cy="269875"/>
            </a:xfrm>
            <a:custGeom>
              <a:avLst/>
              <a:gdLst/>
              <a:ahLst/>
              <a:cxnLst/>
              <a:rect l="0" t="0" r="r" b="b"/>
              <a:pathLst>
                <a:path w="84" h="170">
                  <a:moveTo>
                    <a:pt x="12" y="170"/>
                  </a:moveTo>
                  <a:lnTo>
                    <a:pt x="0" y="164"/>
                  </a:lnTo>
                  <a:lnTo>
                    <a:pt x="69" y="0"/>
                  </a:lnTo>
                  <a:lnTo>
                    <a:pt x="84" y="6"/>
                  </a:lnTo>
                  <a:lnTo>
                    <a:pt x="12" y="170"/>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txBody>
            <a:bodyPr/>
            <a:lstStyle/>
            <a:p>
              <a:endParaRPr lang="en-US"/>
            </a:p>
          </p:txBody>
        </p:sp>
        <p:sp>
          <p:nvSpPr>
            <p:cNvPr id="35" name="Freeform 28"/>
            <p:cNvSpPr>
              <a:spLocks noEditPoints="1"/>
            </p:cNvSpPr>
            <p:nvPr/>
          </p:nvSpPr>
          <p:spPr bwMode="auto">
            <a:xfrm>
              <a:off x="66675" y="1468438"/>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8"/>
                    <a:pt x="11" y="36"/>
                    <a:pt x="20" y="36"/>
                  </a:cubicBezTo>
                  <a:cubicBezTo>
                    <a:pt x="29" y="36"/>
                    <a:pt x="36" y="28"/>
                    <a:pt x="36" y="20"/>
                  </a:cubicBezTo>
                  <a:cubicBezTo>
                    <a:pt x="36" y="11"/>
                    <a:pt x="29"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txBody>
            <a:bodyPr/>
            <a:lstStyle/>
            <a:p>
              <a:endParaRPr lang="en-US"/>
            </a:p>
          </p:txBody>
        </p:sp>
        <p:sp>
          <p:nvSpPr>
            <p:cNvPr id="36" name="Freeform 29"/>
            <p:cNvSpPr/>
            <p:nvPr/>
          </p:nvSpPr>
          <p:spPr bwMode="auto">
            <a:xfrm>
              <a:off x="695325" y="4763"/>
              <a:ext cx="309563" cy="1558925"/>
            </a:xfrm>
            <a:custGeom>
              <a:avLst/>
              <a:gdLst/>
              <a:ahLst/>
              <a:cxnLst/>
              <a:rect l="0" t="0" r="r" b="b"/>
              <a:pathLst>
                <a:path w="195" h="982">
                  <a:moveTo>
                    <a:pt x="195" y="982"/>
                  </a:moveTo>
                  <a:lnTo>
                    <a:pt x="177" y="982"/>
                  </a:lnTo>
                  <a:lnTo>
                    <a:pt x="177" y="805"/>
                  </a:lnTo>
                  <a:lnTo>
                    <a:pt x="0" y="629"/>
                  </a:lnTo>
                  <a:lnTo>
                    <a:pt x="0" y="0"/>
                  </a:lnTo>
                  <a:lnTo>
                    <a:pt x="18" y="0"/>
                  </a:lnTo>
                  <a:lnTo>
                    <a:pt x="18" y="623"/>
                  </a:lnTo>
                  <a:lnTo>
                    <a:pt x="195" y="796"/>
                  </a:lnTo>
                  <a:lnTo>
                    <a:pt x="195" y="982"/>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txBody>
            <a:bodyPr/>
            <a:lstStyle/>
            <a:p>
              <a:endParaRPr lang="en-US"/>
            </a:p>
          </p:txBody>
        </p:sp>
        <p:sp>
          <p:nvSpPr>
            <p:cNvPr id="37" name="Freeform 30"/>
            <p:cNvSpPr>
              <a:spLocks noEditPoints="1"/>
            </p:cNvSpPr>
            <p:nvPr/>
          </p:nvSpPr>
          <p:spPr bwMode="auto">
            <a:xfrm>
              <a:off x="57150" y="4881563"/>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txBody>
            <a:bodyPr/>
            <a:lstStyle/>
            <a:p>
              <a:endParaRPr lang="en-US"/>
            </a:p>
          </p:txBody>
        </p:sp>
        <p:sp>
          <p:nvSpPr>
            <p:cNvPr id="38" name="Freeform 31"/>
            <p:cNvSpPr/>
            <p:nvPr/>
          </p:nvSpPr>
          <p:spPr bwMode="auto">
            <a:xfrm>
              <a:off x="138113" y="5060950"/>
              <a:ext cx="304800" cy="1778000"/>
            </a:xfrm>
            <a:custGeom>
              <a:avLst/>
              <a:gdLst/>
              <a:ahLst/>
              <a:cxnLst/>
              <a:rect l="0" t="0" r="r" b="b"/>
              <a:pathLst>
                <a:path w="192" h="1120">
                  <a:moveTo>
                    <a:pt x="192" y="1120"/>
                  </a:moveTo>
                  <a:lnTo>
                    <a:pt x="177" y="1120"/>
                  </a:lnTo>
                  <a:lnTo>
                    <a:pt x="177" y="360"/>
                  </a:lnTo>
                  <a:lnTo>
                    <a:pt x="0" y="183"/>
                  </a:lnTo>
                  <a:lnTo>
                    <a:pt x="0" y="0"/>
                  </a:lnTo>
                  <a:lnTo>
                    <a:pt x="15" y="0"/>
                  </a:lnTo>
                  <a:lnTo>
                    <a:pt x="15" y="177"/>
                  </a:lnTo>
                  <a:lnTo>
                    <a:pt x="192" y="354"/>
                  </a:lnTo>
                  <a:lnTo>
                    <a:pt x="192" y="1120"/>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txBody>
            <a:bodyPr/>
            <a:lstStyle/>
            <a:p>
              <a:endParaRPr lang="en-US"/>
            </a:p>
          </p:txBody>
        </p:sp>
        <p:sp>
          <p:nvSpPr>
            <p:cNvPr id="39" name="Freeform 32"/>
            <p:cNvSpPr>
              <a:spLocks noEditPoints="1"/>
            </p:cNvSpPr>
            <p:nvPr/>
          </p:nvSpPr>
          <p:spPr bwMode="auto">
            <a:xfrm>
              <a:off x="561975" y="6430963"/>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txBody>
            <a:bodyPr/>
            <a:lstStyle/>
            <a:p>
              <a:endParaRPr lang="en-US"/>
            </a:p>
          </p:txBody>
        </p:sp>
        <p:sp>
          <p:nvSpPr>
            <p:cNvPr id="40" name="Rectangle 33"/>
            <p:cNvSpPr>
              <a:spLocks noChangeArrowheads="1"/>
            </p:cNvSpPr>
            <p:nvPr/>
          </p:nvSpPr>
          <p:spPr bwMode="auto">
            <a:xfrm>
              <a:off x="642938" y="6610350"/>
              <a:ext cx="23813" cy="242888"/>
            </a:xfrm>
            <a:prstGeom prst="rect">
              <a:avLst/>
            </a:prstGeom>
            <a:grpFill/>
            <a:ln>
              <a:noFill/>
            </a:ln>
            <a:extLst>
              <a:ext uri="{91240B29-F687-4f45-9708-019B960494DF}">
                <a14:hiddenLine xmlns="" xmlns:a14="http://schemas.microsoft.com/office/drawing/2010/main" w="9525">
                  <a:solidFill>
                    <a:srgbClr val="000000"/>
                  </a:solidFill>
                  <a:miter lim="800000"/>
                  <a:headEnd/>
                  <a:tailEnd/>
                </a14:hiddenLine>
              </a:ext>
            </a:extLst>
          </p:spPr>
          <p:txBody>
            <a:bodyPr/>
            <a:lstStyle/>
            <a:p>
              <a:endParaRPr lang="en-US"/>
            </a:p>
          </p:txBody>
        </p:sp>
        <p:sp>
          <p:nvSpPr>
            <p:cNvPr id="41" name="Freeform 34"/>
            <p:cNvSpPr>
              <a:spLocks noEditPoints="1"/>
            </p:cNvSpPr>
            <p:nvPr/>
          </p:nvSpPr>
          <p:spPr bwMode="auto">
            <a:xfrm>
              <a:off x="76200" y="6430963"/>
              <a:ext cx="190500" cy="188913"/>
            </a:xfrm>
            <a:custGeom>
              <a:avLst/>
              <a:gdLst/>
              <a:ahLst/>
              <a:cxnLst/>
              <a:rect l="0" t="0" r="r" b="b"/>
              <a:pathLst>
                <a:path w="40" h="40">
                  <a:moveTo>
                    <a:pt x="20" y="40"/>
                  </a:moveTo>
                  <a:cubicBezTo>
                    <a:pt x="9" y="40"/>
                    <a:pt x="0" y="31"/>
                    <a:pt x="0" y="20"/>
                  </a:cubicBezTo>
                  <a:cubicBezTo>
                    <a:pt x="0" y="9"/>
                    <a:pt x="9" y="0"/>
                    <a:pt x="20" y="0"/>
                  </a:cubicBezTo>
                  <a:cubicBezTo>
                    <a:pt x="32" y="0"/>
                    <a:pt x="40" y="9"/>
                    <a:pt x="40" y="20"/>
                  </a:cubicBezTo>
                  <a:cubicBezTo>
                    <a:pt x="40" y="31"/>
                    <a:pt x="32"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txBody>
            <a:bodyPr/>
            <a:lstStyle/>
            <a:p>
              <a:endParaRPr lang="en-US"/>
            </a:p>
          </p:txBody>
        </p:sp>
        <p:sp>
          <p:nvSpPr>
            <p:cNvPr id="42" name="Freeform 35"/>
            <p:cNvSpPr/>
            <p:nvPr/>
          </p:nvSpPr>
          <p:spPr bwMode="auto">
            <a:xfrm>
              <a:off x="0" y="5978525"/>
              <a:ext cx="190500" cy="461963"/>
            </a:xfrm>
            <a:custGeom>
              <a:avLst/>
              <a:gdLst/>
              <a:ahLst/>
              <a:cxnLst/>
              <a:rect l="0" t="0" r="r" b="b"/>
              <a:pathLst>
                <a:path w="120" h="291">
                  <a:moveTo>
                    <a:pt x="120" y="291"/>
                  </a:moveTo>
                  <a:lnTo>
                    <a:pt x="105" y="291"/>
                  </a:lnTo>
                  <a:lnTo>
                    <a:pt x="105" y="114"/>
                  </a:lnTo>
                  <a:lnTo>
                    <a:pt x="0" y="9"/>
                  </a:lnTo>
                  <a:lnTo>
                    <a:pt x="12" y="0"/>
                  </a:lnTo>
                  <a:lnTo>
                    <a:pt x="120" y="108"/>
                  </a:lnTo>
                  <a:lnTo>
                    <a:pt x="120" y="291"/>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txBody>
            <a:bodyPr/>
            <a:lstStyle/>
            <a:p>
              <a:endParaRPr lang="en-US"/>
            </a:p>
          </p:txBody>
        </p:sp>
        <p:sp>
          <p:nvSpPr>
            <p:cNvPr id="43" name="Freeform 36"/>
            <p:cNvSpPr/>
            <p:nvPr/>
          </p:nvSpPr>
          <p:spPr bwMode="auto">
            <a:xfrm>
              <a:off x="1014413" y="1801813"/>
              <a:ext cx="214313" cy="755650"/>
            </a:xfrm>
            <a:custGeom>
              <a:avLst/>
              <a:gdLst/>
              <a:ahLst/>
              <a:cxnLst/>
              <a:rect l="0" t="0" r="r" b="b"/>
              <a:pathLst>
                <a:path w="135" h="476">
                  <a:moveTo>
                    <a:pt x="12" y="476"/>
                  </a:moveTo>
                  <a:lnTo>
                    <a:pt x="0" y="476"/>
                  </a:lnTo>
                  <a:lnTo>
                    <a:pt x="0" y="128"/>
                  </a:lnTo>
                  <a:lnTo>
                    <a:pt x="126" y="0"/>
                  </a:lnTo>
                  <a:lnTo>
                    <a:pt x="135" y="9"/>
                  </a:lnTo>
                  <a:lnTo>
                    <a:pt x="12" y="131"/>
                  </a:lnTo>
                  <a:lnTo>
                    <a:pt x="12" y="476"/>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txBody>
            <a:bodyPr/>
            <a:lstStyle/>
            <a:p>
              <a:endParaRPr lang="en-US"/>
            </a:p>
          </p:txBody>
        </p:sp>
        <p:sp>
          <p:nvSpPr>
            <p:cNvPr id="44" name="Freeform 37"/>
            <p:cNvSpPr>
              <a:spLocks noEditPoints="1"/>
            </p:cNvSpPr>
            <p:nvPr/>
          </p:nvSpPr>
          <p:spPr bwMode="auto">
            <a:xfrm>
              <a:off x="938213" y="2547938"/>
              <a:ext cx="166688" cy="160338"/>
            </a:xfrm>
            <a:custGeom>
              <a:avLst/>
              <a:gdLst/>
              <a:ahLst/>
              <a:cxnLst/>
              <a:rect l="0" t="0" r="r" b="b"/>
              <a:pathLst>
                <a:path w="35" h="34">
                  <a:moveTo>
                    <a:pt x="18" y="34"/>
                  </a:moveTo>
                  <a:cubicBezTo>
                    <a:pt x="8" y="34"/>
                    <a:pt x="0" y="26"/>
                    <a:pt x="0" y="17"/>
                  </a:cubicBezTo>
                  <a:cubicBezTo>
                    <a:pt x="0" y="7"/>
                    <a:pt x="8" y="0"/>
                    <a:pt x="18" y="0"/>
                  </a:cubicBezTo>
                  <a:cubicBezTo>
                    <a:pt x="27" y="0"/>
                    <a:pt x="35" y="7"/>
                    <a:pt x="35" y="17"/>
                  </a:cubicBezTo>
                  <a:cubicBezTo>
                    <a:pt x="35" y="26"/>
                    <a:pt x="27" y="34"/>
                    <a:pt x="18" y="34"/>
                  </a:cubicBezTo>
                  <a:close/>
                  <a:moveTo>
                    <a:pt x="18" y="4"/>
                  </a:moveTo>
                  <a:cubicBezTo>
                    <a:pt x="10" y="4"/>
                    <a:pt x="4" y="10"/>
                    <a:pt x="4" y="17"/>
                  </a:cubicBezTo>
                  <a:cubicBezTo>
                    <a:pt x="4" y="24"/>
                    <a:pt x="10" y="30"/>
                    <a:pt x="18" y="30"/>
                  </a:cubicBezTo>
                  <a:cubicBezTo>
                    <a:pt x="25" y="30"/>
                    <a:pt x="31" y="24"/>
                    <a:pt x="31" y="17"/>
                  </a:cubicBezTo>
                  <a:cubicBezTo>
                    <a:pt x="31" y="10"/>
                    <a:pt x="25" y="4"/>
                    <a:pt x="18"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txBody>
            <a:bodyPr/>
            <a:lstStyle/>
            <a:p>
              <a:endParaRPr lang="en-US"/>
            </a:p>
          </p:txBody>
        </p:sp>
        <p:sp>
          <p:nvSpPr>
            <p:cNvPr id="45" name="Freeform 38"/>
            <p:cNvSpPr/>
            <p:nvPr/>
          </p:nvSpPr>
          <p:spPr bwMode="auto">
            <a:xfrm>
              <a:off x="595313" y="4763"/>
              <a:ext cx="638175" cy="4025900"/>
            </a:xfrm>
            <a:custGeom>
              <a:avLst/>
              <a:gdLst/>
              <a:ahLst/>
              <a:cxnLst/>
              <a:rect l="0" t="0" r="r" b="b"/>
              <a:pathLst>
                <a:path w="402" h="2536">
                  <a:moveTo>
                    <a:pt x="402" y="2536"/>
                  </a:moveTo>
                  <a:lnTo>
                    <a:pt x="387" y="2536"/>
                  </a:lnTo>
                  <a:lnTo>
                    <a:pt x="387" y="2311"/>
                  </a:lnTo>
                  <a:lnTo>
                    <a:pt x="0" y="1925"/>
                  </a:lnTo>
                  <a:lnTo>
                    <a:pt x="0" y="0"/>
                  </a:lnTo>
                  <a:lnTo>
                    <a:pt x="15" y="0"/>
                  </a:lnTo>
                  <a:lnTo>
                    <a:pt x="15" y="1916"/>
                  </a:lnTo>
                  <a:lnTo>
                    <a:pt x="402" y="2302"/>
                  </a:lnTo>
                  <a:lnTo>
                    <a:pt x="402" y="2536"/>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txBody>
            <a:bodyPr/>
            <a:lstStyle/>
            <a:p>
              <a:endParaRPr lang="en-US"/>
            </a:p>
          </p:txBody>
        </p:sp>
        <p:sp>
          <p:nvSpPr>
            <p:cNvPr id="46" name="Freeform 39"/>
            <p:cNvSpPr/>
            <p:nvPr/>
          </p:nvSpPr>
          <p:spPr bwMode="auto">
            <a:xfrm>
              <a:off x="1223963" y="1382713"/>
              <a:ext cx="142875" cy="476250"/>
            </a:xfrm>
            <a:custGeom>
              <a:avLst/>
              <a:gdLst/>
              <a:ahLst/>
              <a:cxnLst/>
              <a:rect l="0" t="0" r="r" b="b"/>
              <a:pathLst>
                <a:path w="90" h="300">
                  <a:moveTo>
                    <a:pt x="90" y="300"/>
                  </a:moveTo>
                  <a:lnTo>
                    <a:pt x="78" y="300"/>
                  </a:lnTo>
                  <a:lnTo>
                    <a:pt x="78" y="84"/>
                  </a:lnTo>
                  <a:lnTo>
                    <a:pt x="0" y="9"/>
                  </a:lnTo>
                  <a:lnTo>
                    <a:pt x="9" y="0"/>
                  </a:lnTo>
                  <a:lnTo>
                    <a:pt x="90" y="81"/>
                  </a:lnTo>
                  <a:lnTo>
                    <a:pt x="90" y="300"/>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txBody>
            <a:bodyPr/>
            <a:lstStyle/>
            <a:p>
              <a:endParaRPr lang="en-US"/>
            </a:p>
          </p:txBody>
        </p:sp>
        <p:sp>
          <p:nvSpPr>
            <p:cNvPr id="47" name="Freeform 40"/>
            <p:cNvSpPr>
              <a:spLocks noEditPoints="1"/>
            </p:cNvSpPr>
            <p:nvPr/>
          </p:nvSpPr>
          <p:spPr bwMode="auto">
            <a:xfrm>
              <a:off x="1300163" y="1849438"/>
              <a:ext cx="109538" cy="107950"/>
            </a:xfrm>
            <a:custGeom>
              <a:avLst/>
              <a:gdLst/>
              <a:ahLst/>
              <a:cxnLst/>
              <a:rect l="0" t="0" r="r" b="b"/>
              <a:pathLst>
                <a:path w="23" h="23">
                  <a:moveTo>
                    <a:pt x="12" y="23"/>
                  </a:moveTo>
                  <a:cubicBezTo>
                    <a:pt x="5" y="23"/>
                    <a:pt x="0" y="18"/>
                    <a:pt x="0" y="12"/>
                  </a:cubicBezTo>
                  <a:cubicBezTo>
                    <a:pt x="0" y="5"/>
                    <a:pt x="5" y="0"/>
                    <a:pt x="12" y="0"/>
                  </a:cubicBezTo>
                  <a:cubicBezTo>
                    <a:pt x="18" y="0"/>
                    <a:pt x="23" y="5"/>
                    <a:pt x="23" y="12"/>
                  </a:cubicBezTo>
                  <a:cubicBezTo>
                    <a:pt x="23" y="18"/>
                    <a:pt x="18" y="23"/>
                    <a:pt x="12" y="23"/>
                  </a:cubicBezTo>
                  <a:close/>
                  <a:moveTo>
                    <a:pt x="12" y="4"/>
                  </a:moveTo>
                  <a:cubicBezTo>
                    <a:pt x="8" y="4"/>
                    <a:pt x="4" y="8"/>
                    <a:pt x="4" y="12"/>
                  </a:cubicBezTo>
                  <a:cubicBezTo>
                    <a:pt x="4" y="16"/>
                    <a:pt x="8" y="19"/>
                    <a:pt x="12" y="19"/>
                  </a:cubicBezTo>
                  <a:cubicBezTo>
                    <a:pt x="16" y="19"/>
                    <a:pt x="19" y="16"/>
                    <a:pt x="19" y="12"/>
                  </a:cubicBezTo>
                  <a:cubicBezTo>
                    <a:pt x="19" y="8"/>
                    <a:pt x="16" y="4"/>
                    <a:pt x="12"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txBody>
            <a:bodyPr/>
            <a:lstStyle/>
            <a:p>
              <a:endParaRPr lang="en-US"/>
            </a:p>
          </p:txBody>
        </p:sp>
        <p:sp>
          <p:nvSpPr>
            <p:cNvPr id="48" name="Freeform 41"/>
            <p:cNvSpPr/>
            <p:nvPr/>
          </p:nvSpPr>
          <p:spPr bwMode="auto">
            <a:xfrm>
              <a:off x="280988" y="3417888"/>
              <a:ext cx="142875" cy="474663"/>
            </a:xfrm>
            <a:custGeom>
              <a:avLst/>
              <a:gdLst/>
              <a:ahLst/>
              <a:cxnLst/>
              <a:rect l="0" t="0" r="r" b="b"/>
              <a:pathLst>
                <a:path w="90" h="299">
                  <a:moveTo>
                    <a:pt x="12" y="299"/>
                  </a:moveTo>
                  <a:lnTo>
                    <a:pt x="0" y="299"/>
                  </a:lnTo>
                  <a:lnTo>
                    <a:pt x="0" y="80"/>
                  </a:lnTo>
                  <a:lnTo>
                    <a:pt x="81" y="0"/>
                  </a:lnTo>
                  <a:lnTo>
                    <a:pt x="90" y="8"/>
                  </a:lnTo>
                  <a:lnTo>
                    <a:pt x="12" y="83"/>
                  </a:lnTo>
                  <a:lnTo>
                    <a:pt x="12" y="299"/>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txBody>
            <a:bodyPr/>
            <a:lstStyle/>
            <a:p>
              <a:endParaRPr lang="en-US"/>
            </a:p>
          </p:txBody>
        </p:sp>
        <p:sp>
          <p:nvSpPr>
            <p:cNvPr id="49" name="Freeform 42"/>
            <p:cNvSpPr>
              <a:spLocks noEditPoints="1"/>
            </p:cNvSpPr>
            <p:nvPr/>
          </p:nvSpPr>
          <p:spPr bwMode="auto">
            <a:xfrm>
              <a:off x="238125" y="3883025"/>
              <a:ext cx="109538" cy="109538"/>
            </a:xfrm>
            <a:custGeom>
              <a:avLst/>
              <a:gdLst/>
              <a:ahLst/>
              <a:cxnLst/>
              <a:rect l="0" t="0" r="r" b="b"/>
              <a:pathLst>
                <a:path w="23" h="23">
                  <a:moveTo>
                    <a:pt x="11" y="23"/>
                  </a:moveTo>
                  <a:cubicBezTo>
                    <a:pt x="5" y="23"/>
                    <a:pt x="0" y="18"/>
                    <a:pt x="0" y="12"/>
                  </a:cubicBezTo>
                  <a:cubicBezTo>
                    <a:pt x="0" y="5"/>
                    <a:pt x="5" y="0"/>
                    <a:pt x="11" y="0"/>
                  </a:cubicBezTo>
                  <a:cubicBezTo>
                    <a:pt x="17" y="0"/>
                    <a:pt x="23" y="5"/>
                    <a:pt x="23" y="12"/>
                  </a:cubicBezTo>
                  <a:cubicBezTo>
                    <a:pt x="23" y="18"/>
                    <a:pt x="17" y="23"/>
                    <a:pt x="11" y="23"/>
                  </a:cubicBezTo>
                  <a:close/>
                  <a:moveTo>
                    <a:pt x="11" y="4"/>
                  </a:moveTo>
                  <a:cubicBezTo>
                    <a:pt x="7" y="4"/>
                    <a:pt x="4" y="8"/>
                    <a:pt x="4" y="12"/>
                  </a:cubicBezTo>
                  <a:cubicBezTo>
                    <a:pt x="4" y="16"/>
                    <a:pt x="7" y="19"/>
                    <a:pt x="11" y="19"/>
                  </a:cubicBezTo>
                  <a:cubicBezTo>
                    <a:pt x="15" y="19"/>
                    <a:pt x="19" y="16"/>
                    <a:pt x="19" y="12"/>
                  </a:cubicBezTo>
                  <a:cubicBezTo>
                    <a:pt x="19" y="8"/>
                    <a:pt x="15" y="4"/>
                    <a:pt x="11"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txBody>
            <a:bodyPr/>
            <a:lstStyle/>
            <a:p>
              <a:endParaRPr lang="en-US"/>
            </a:p>
          </p:txBody>
        </p:sp>
        <p:sp>
          <p:nvSpPr>
            <p:cNvPr id="50" name="Freeform 43"/>
            <p:cNvSpPr/>
            <p:nvPr/>
          </p:nvSpPr>
          <p:spPr bwMode="auto">
            <a:xfrm>
              <a:off x="4763" y="2166938"/>
              <a:ext cx="114300" cy="452438"/>
            </a:xfrm>
            <a:custGeom>
              <a:avLst/>
              <a:gdLst/>
              <a:ahLst/>
              <a:cxnLst/>
              <a:rect l="0" t="0" r="r" b="b"/>
              <a:pathLst>
                <a:path w="72" h="285">
                  <a:moveTo>
                    <a:pt x="6" y="285"/>
                  </a:moveTo>
                  <a:lnTo>
                    <a:pt x="0" y="276"/>
                  </a:lnTo>
                  <a:lnTo>
                    <a:pt x="60" y="216"/>
                  </a:lnTo>
                  <a:lnTo>
                    <a:pt x="60" y="0"/>
                  </a:lnTo>
                  <a:lnTo>
                    <a:pt x="72" y="0"/>
                  </a:lnTo>
                  <a:lnTo>
                    <a:pt x="72" y="222"/>
                  </a:lnTo>
                  <a:lnTo>
                    <a:pt x="6" y="285"/>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txBody>
            <a:bodyPr/>
            <a:lstStyle/>
            <a:p>
              <a:endParaRPr lang="en-US"/>
            </a:p>
          </p:txBody>
        </p:sp>
        <p:sp>
          <p:nvSpPr>
            <p:cNvPr id="51" name="Freeform 44"/>
            <p:cNvSpPr>
              <a:spLocks noEditPoints="1"/>
            </p:cNvSpPr>
            <p:nvPr/>
          </p:nvSpPr>
          <p:spPr bwMode="auto">
            <a:xfrm>
              <a:off x="52388" y="2066925"/>
              <a:ext cx="109538" cy="109538"/>
            </a:xfrm>
            <a:custGeom>
              <a:avLst/>
              <a:gdLst/>
              <a:ahLst/>
              <a:cxnLst/>
              <a:rect l="0" t="0" r="r" b="b"/>
              <a:pathLst>
                <a:path w="23" h="23">
                  <a:moveTo>
                    <a:pt x="12" y="23"/>
                  </a:moveTo>
                  <a:cubicBezTo>
                    <a:pt x="5" y="23"/>
                    <a:pt x="0" y="18"/>
                    <a:pt x="0" y="12"/>
                  </a:cubicBezTo>
                  <a:cubicBezTo>
                    <a:pt x="0" y="5"/>
                    <a:pt x="5" y="0"/>
                    <a:pt x="12" y="0"/>
                  </a:cubicBezTo>
                  <a:cubicBezTo>
                    <a:pt x="18" y="0"/>
                    <a:pt x="23" y="5"/>
                    <a:pt x="23" y="12"/>
                  </a:cubicBezTo>
                  <a:cubicBezTo>
                    <a:pt x="23" y="18"/>
                    <a:pt x="18" y="23"/>
                    <a:pt x="12" y="23"/>
                  </a:cubicBezTo>
                  <a:close/>
                  <a:moveTo>
                    <a:pt x="12" y="4"/>
                  </a:moveTo>
                  <a:cubicBezTo>
                    <a:pt x="8" y="4"/>
                    <a:pt x="4" y="8"/>
                    <a:pt x="4" y="12"/>
                  </a:cubicBezTo>
                  <a:cubicBezTo>
                    <a:pt x="4" y="16"/>
                    <a:pt x="8" y="19"/>
                    <a:pt x="12" y="19"/>
                  </a:cubicBezTo>
                  <a:cubicBezTo>
                    <a:pt x="16" y="19"/>
                    <a:pt x="19" y="16"/>
                    <a:pt x="19" y="12"/>
                  </a:cubicBezTo>
                  <a:cubicBezTo>
                    <a:pt x="19" y="8"/>
                    <a:pt x="16" y="4"/>
                    <a:pt x="12"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txBody>
            <a:bodyPr/>
            <a:lstStyle/>
            <a:p>
              <a:endParaRPr lang="en-US"/>
            </a:p>
          </p:txBody>
        </p:sp>
        <p:sp>
          <p:nvSpPr>
            <p:cNvPr id="52" name="Rectangle 45"/>
            <p:cNvSpPr>
              <a:spLocks noChangeArrowheads="1"/>
            </p:cNvSpPr>
            <p:nvPr/>
          </p:nvSpPr>
          <p:spPr bwMode="auto">
            <a:xfrm>
              <a:off x="1228725" y="4662488"/>
              <a:ext cx="23813" cy="2181225"/>
            </a:xfrm>
            <a:prstGeom prst="rect">
              <a:avLst/>
            </a:prstGeom>
            <a:grpFill/>
            <a:ln>
              <a:noFill/>
            </a:ln>
            <a:extLst>
              <a:ext uri="{91240B29-F687-4f45-9708-019B960494DF}">
                <a14:hiddenLine xmlns="" xmlns:a14="http://schemas.microsoft.com/office/drawing/2010/main" w="9525">
                  <a:solidFill>
                    <a:srgbClr val="000000"/>
                  </a:solidFill>
                  <a:miter lim="800000"/>
                  <a:headEnd/>
                  <a:tailEnd/>
                </a14:hiddenLine>
              </a:ext>
            </a:extLst>
          </p:spPr>
          <p:txBody>
            <a:bodyPr/>
            <a:lstStyle/>
            <a:p>
              <a:endParaRPr lang="en-US"/>
            </a:p>
          </p:txBody>
        </p:sp>
        <p:sp>
          <p:nvSpPr>
            <p:cNvPr id="53" name="Freeform 46"/>
            <p:cNvSpPr/>
            <p:nvPr/>
          </p:nvSpPr>
          <p:spPr bwMode="auto">
            <a:xfrm>
              <a:off x="1319213" y="5041900"/>
              <a:ext cx="371475" cy="1801813"/>
            </a:xfrm>
            <a:custGeom>
              <a:avLst/>
              <a:gdLst/>
              <a:ahLst/>
              <a:cxnLst/>
              <a:rect l="0" t="0" r="r" b="b"/>
              <a:pathLst>
                <a:path w="234" h="1135">
                  <a:moveTo>
                    <a:pt x="15" y="1135"/>
                  </a:moveTo>
                  <a:lnTo>
                    <a:pt x="0" y="1135"/>
                  </a:lnTo>
                  <a:lnTo>
                    <a:pt x="0" y="515"/>
                  </a:lnTo>
                  <a:lnTo>
                    <a:pt x="0" y="512"/>
                  </a:lnTo>
                  <a:lnTo>
                    <a:pt x="219" y="0"/>
                  </a:lnTo>
                  <a:lnTo>
                    <a:pt x="234" y="6"/>
                  </a:lnTo>
                  <a:lnTo>
                    <a:pt x="15" y="518"/>
                  </a:lnTo>
                  <a:lnTo>
                    <a:pt x="15" y="1135"/>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txBody>
            <a:bodyPr/>
            <a:lstStyle/>
            <a:p>
              <a:endParaRPr lang="en-US"/>
            </a:p>
          </p:txBody>
        </p:sp>
        <p:sp>
          <p:nvSpPr>
            <p:cNvPr id="54" name="Freeform 47"/>
            <p:cNvSpPr>
              <a:spLocks noEditPoints="1"/>
            </p:cNvSpPr>
            <p:nvPr/>
          </p:nvSpPr>
          <p:spPr bwMode="auto">
            <a:xfrm>
              <a:off x="1147763" y="448151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11"/>
                    <a:pt x="28"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txBody>
            <a:bodyPr/>
            <a:lstStyle/>
            <a:p>
              <a:endParaRPr lang="en-US"/>
            </a:p>
          </p:txBody>
        </p:sp>
        <p:sp>
          <p:nvSpPr>
            <p:cNvPr id="55" name="Freeform 48"/>
            <p:cNvSpPr/>
            <p:nvPr/>
          </p:nvSpPr>
          <p:spPr bwMode="auto">
            <a:xfrm>
              <a:off x="819150" y="3983038"/>
              <a:ext cx="347663" cy="2860675"/>
            </a:xfrm>
            <a:custGeom>
              <a:avLst/>
              <a:gdLst/>
              <a:ahLst/>
              <a:cxnLst/>
              <a:rect l="0" t="0" r="r" b="b"/>
              <a:pathLst>
                <a:path w="219" h="1802">
                  <a:moveTo>
                    <a:pt x="219" y="1802"/>
                  </a:moveTo>
                  <a:lnTo>
                    <a:pt x="201" y="1802"/>
                  </a:lnTo>
                  <a:lnTo>
                    <a:pt x="201" y="1185"/>
                  </a:lnTo>
                  <a:lnTo>
                    <a:pt x="0" y="3"/>
                  </a:lnTo>
                  <a:lnTo>
                    <a:pt x="15" y="0"/>
                  </a:lnTo>
                  <a:lnTo>
                    <a:pt x="219" y="1185"/>
                  </a:lnTo>
                  <a:lnTo>
                    <a:pt x="219" y="1802"/>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txBody>
            <a:bodyPr/>
            <a:lstStyle/>
            <a:p>
              <a:endParaRPr lang="en-US"/>
            </a:p>
          </p:txBody>
        </p:sp>
        <p:sp>
          <p:nvSpPr>
            <p:cNvPr id="56" name="Freeform 49"/>
            <p:cNvSpPr>
              <a:spLocks noEditPoints="1"/>
            </p:cNvSpPr>
            <p:nvPr/>
          </p:nvSpPr>
          <p:spPr bwMode="auto">
            <a:xfrm>
              <a:off x="728663" y="3806825"/>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8"/>
                    <a:pt x="11" y="36"/>
                    <a:pt x="20" y="36"/>
                  </a:cubicBezTo>
                  <a:cubicBezTo>
                    <a:pt x="29" y="36"/>
                    <a:pt x="36" y="28"/>
                    <a:pt x="36" y="20"/>
                  </a:cubicBezTo>
                  <a:cubicBezTo>
                    <a:pt x="36" y="11"/>
                    <a:pt x="29"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txBody>
            <a:bodyPr/>
            <a:lstStyle/>
            <a:p>
              <a:endParaRPr lang="en-US"/>
            </a:p>
          </p:txBody>
        </p:sp>
        <p:sp>
          <p:nvSpPr>
            <p:cNvPr id="57" name="Freeform 50"/>
            <p:cNvSpPr>
              <a:spLocks noEditPoints="1"/>
            </p:cNvSpPr>
            <p:nvPr/>
          </p:nvSpPr>
          <p:spPr bwMode="auto">
            <a:xfrm>
              <a:off x="1624013" y="4867275"/>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11"/>
                    <a:pt x="28"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txBody>
            <a:bodyPr/>
            <a:lstStyle/>
            <a:p>
              <a:endParaRPr lang="en-US"/>
            </a:p>
          </p:txBody>
        </p:sp>
        <p:sp>
          <p:nvSpPr>
            <p:cNvPr id="58" name="Freeform 51"/>
            <p:cNvSpPr/>
            <p:nvPr/>
          </p:nvSpPr>
          <p:spPr bwMode="auto">
            <a:xfrm>
              <a:off x="1404938" y="5422900"/>
              <a:ext cx="371475" cy="1425575"/>
            </a:xfrm>
            <a:custGeom>
              <a:avLst/>
              <a:gdLst/>
              <a:ahLst/>
              <a:cxnLst/>
              <a:rect l="0" t="0" r="r" b="b"/>
              <a:pathLst>
                <a:path w="234" h="898">
                  <a:moveTo>
                    <a:pt x="18" y="898"/>
                  </a:moveTo>
                  <a:lnTo>
                    <a:pt x="0" y="898"/>
                  </a:lnTo>
                  <a:lnTo>
                    <a:pt x="0" y="515"/>
                  </a:lnTo>
                  <a:lnTo>
                    <a:pt x="0" y="512"/>
                  </a:lnTo>
                  <a:lnTo>
                    <a:pt x="222" y="0"/>
                  </a:lnTo>
                  <a:lnTo>
                    <a:pt x="234" y="6"/>
                  </a:lnTo>
                  <a:lnTo>
                    <a:pt x="18" y="518"/>
                  </a:lnTo>
                  <a:lnTo>
                    <a:pt x="18" y="898"/>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txBody>
            <a:bodyPr/>
            <a:lstStyle/>
            <a:p>
              <a:endParaRPr lang="en-US"/>
            </a:p>
          </p:txBody>
        </p:sp>
        <p:sp>
          <p:nvSpPr>
            <p:cNvPr id="59" name="Freeform 52"/>
            <p:cNvSpPr/>
            <p:nvPr/>
          </p:nvSpPr>
          <p:spPr bwMode="auto">
            <a:xfrm>
              <a:off x="1666875" y="5945188"/>
              <a:ext cx="152400" cy="912813"/>
            </a:xfrm>
            <a:custGeom>
              <a:avLst/>
              <a:gdLst/>
              <a:ahLst/>
              <a:cxnLst/>
              <a:rect l="0" t="0" r="r" b="b"/>
              <a:pathLst>
                <a:path w="96" h="575">
                  <a:moveTo>
                    <a:pt x="15" y="575"/>
                  </a:moveTo>
                  <a:lnTo>
                    <a:pt x="0" y="569"/>
                  </a:lnTo>
                  <a:lnTo>
                    <a:pt x="81" y="383"/>
                  </a:lnTo>
                  <a:lnTo>
                    <a:pt x="81" y="0"/>
                  </a:lnTo>
                  <a:lnTo>
                    <a:pt x="96" y="0"/>
                  </a:lnTo>
                  <a:lnTo>
                    <a:pt x="96" y="386"/>
                  </a:lnTo>
                  <a:lnTo>
                    <a:pt x="15" y="575"/>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txBody>
            <a:bodyPr/>
            <a:lstStyle/>
            <a:p>
              <a:endParaRPr lang="en-US"/>
            </a:p>
          </p:txBody>
        </p:sp>
        <p:sp>
          <p:nvSpPr>
            <p:cNvPr id="60" name="Freeform 53"/>
            <p:cNvSpPr>
              <a:spLocks noEditPoints="1"/>
            </p:cNvSpPr>
            <p:nvPr/>
          </p:nvSpPr>
          <p:spPr bwMode="auto">
            <a:xfrm>
              <a:off x="1709738" y="5246688"/>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txBody>
            <a:bodyPr/>
            <a:lstStyle/>
            <a:p>
              <a:endParaRPr lang="en-US"/>
            </a:p>
          </p:txBody>
        </p:sp>
        <p:sp>
          <p:nvSpPr>
            <p:cNvPr id="61" name="Freeform 54"/>
            <p:cNvSpPr>
              <a:spLocks noEditPoints="1"/>
            </p:cNvSpPr>
            <p:nvPr/>
          </p:nvSpPr>
          <p:spPr bwMode="auto">
            <a:xfrm>
              <a:off x="1709738" y="576421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txBody>
            <a:bodyPr/>
            <a:lstStyle/>
            <a:p>
              <a:endParaRPr lang="en-US"/>
            </a:p>
          </p:txBody>
        </p:sp>
        <p:sp>
          <p:nvSpPr>
            <p:cNvPr id="62" name="Freeform 55"/>
            <p:cNvSpPr/>
            <p:nvPr/>
          </p:nvSpPr>
          <p:spPr bwMode="auto">
            <a:xfrm>
              <a:off x="1766888" y="6330950"/>
              <a:ext cx="419100" cy="527050"/>
            </a:xfrm>
            <a:custGeom>
              <a:avLst/>
              <a:gdLst/>
              <a:ahLst/>
              <a:cxnLst/>
              <a:rect l="0" t="0" r="r" b="b"/>
              <a:pathLst>
                <a:path w="264" h="332">
                  <a:moveTo>
                    <a:pt x="12" y="332"/>
                  </a:moveTo>
                  <a:lnTo>
                    <a:pt x="0" y="326"/>
                  </a:lnTo>
                  <a:lnTo>
                    <a:pt x="45" y="206"/>
                  </a:lnTo>
                  <a:lnTo>
                    <a:pt x="255" y="0"/>
                  </a:lnTo>
                  <a:lnTo>
                    <a:pt x="264" y="12"/>
                  </a:lnTo>
                  <a:lnTo>
                    <a:pt x="60" y="215"/>
                  </a:lnTo>
                  <a:lnTo>
                    <a:pt x="12" y="332"/>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txBody>
            <a:bodyPr/>
            <a:lstStyle/>
            <a:p>
              <a:endParaRPr lang="en-US"/>
            </a:p>
          </p:txBody>
        </p:sp>
        <p:sp>
          <p:nvSpPr>
            <p:cNvPr id="63" name="Freeform 56"/>
            <p:cNvSpPr>
              <a:spLocks noEditPoints="1"/>
            </p:cNvSpPr>
            <p:nvPr/>
          </p:nvSpPr>
          <p:spPr bwMode="auto">
            <a:xfrm>
              <a:off x="2147888" y="6221413"/>
              <a:ext cx="157163" cy="147638"/>
            </a:xfrm>
            <a:custGeom>
              <a:avLst/>
              <a:gdLst/>
              <a:ahLst/>
              <a:cxnLst/>
              <a:rect l="0" t="0" r="r" b="b"/>
              <a:pathLst>
                <a:path w="33" h="31">
                  <a:moveTo>
                    <a:pt x="16" y="31"/>
                  </a:moveTo>
                  <a:cubicBezTo>
                    <a:pt x="12" y="31"/>
                    <a:pt x="8" y="29"/>
                    <a:pt x="5" y="26"/>
                  </a:cubicBezTo>
                  <a:cubicBezTo>
                    <a:pt x="2" y="24"/>
                    <a:pt x="0" y="20"/>
                    <a:pt x="0" y="15"/>
                  </a:cubicBezTo>
                  <a:cubicBezTo>
                    <a:pt x="0" y="11"/>
                    <a:pt x="2" y="7"/>
                    <a:pt x="5" y="4"/>
                  </a:cubicBezTo>
                  <a:cubicBezTo>
                    <a:pt x="8" y="1"/>
                    <a:pt x="12" y="0"/>
                    <a:pt x="16" y="0"/>
                  </a:cubicBezTo>
                  <a:cubicBezTo>
                    <a:pt x="20" y="0"/>
                    <a:pt x="24" y="1"/>
                    <a:pt x="27" y="4"/>
                  </a:cubicBezTo>
                  <a:cubicBezTo>
                    <a:pt x="33" y="10"/>
                    <a:pt x="33" y="20"/>
                    <a:pt x="27" y="26"/>
                  </a:cubicBezTo>
                  <a:cubicBezTo>
                    <a:pt x="24" y="29"/>
                    <a:pt x="20" y="31"/>
                    <a:pt x="16" y="31"/>
                  </a:cubicBezTo>
                  <a:close/>
                  <a:moveTo>
                    <a:pt x="16" y="4"/>
                  </a:moveTo>
                  <a:cubicBezTo>
                    <a:pt x="13" y="4"/>
                    <a:pt x="10" y="5"/>
                    <a:pt x="8" y="7"/>
                  </a:cubicBezTo>
                  <a:cubicBezTo>
                    <a:pt x="6" y="9"/>
                    <a:pt x="4" y="12"/>
                    <a:pt x="4" y="15"/>
                  </a:cubicBezTo>
                  <a:cubicBezTo>
                    <a:pt x="4" y="19"/>
                    <a:pt x="6" y="21"/>
                    <a:pt x="8" y="24"/>
                  </a:cubicBezTo>
                  <a:cubicBezTo>
                    <a:pt x="10" y="26"/>
                    <a:pt x="13" y="27"/>
                    <a:pt x="16" y="27"/>
                  </a:cubicBezTo>
                  <a:cubicBezTo>
                    <a:pt x="19" y="27"/>
                    <a:pt x="22" y="26"/>
                    <a:pt x="24" y="24"/>
                  </a:cubicBezTo>
                  <a:cubicBezTo>
                    <a:pt x="29" y="19"/>
                    <a:pt x="29" y="12"/>
                    <a:pt x="24" y="7"/>
                  </a:cubicBezTo>
                  <a:cubicBezTo>
                    <a:pt x="22" y="5"/>
                    <a:pt x="19" y="4"/>
                    <a:pt x="16"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txBody>
            <a:bodyPr/>
            <a:lstStyle/>
            <a:p>
              <a:endParaRPr lang="en-US"/>
            </a:p>
          </p:txBody>
        </p:sp>
        <p:sp>
          <p:nvSpPr>
            <p:cNvPr id="64" name="Freeform 57"/>
            <p:cNvSpPr/>
            <p:nvPr/>
          </p:nvSpPr>
          <p:spPr bwMode="auto">
            <a:xfrm>
              <a:off x="504825" y="9525"/>
              <a:ext cx="233363" cy="5103813"/>
            </a:xfrm>
            <a:custGeom>
              <a:avLst/>
              <a:gdLst/>
              <a:ahLst/>
              <a:cxnLst/>
              <a:rect l="0" t="0" r="r" b="b"/>
              <a:pathLst>
                <a:path w="147" h="3215">
                  <a:moveTo>
                    <a:pt x="132" y="3215"/>
                  </a:moveTo>
                  <a:lnTo>
                    <a:pt x="129" y="2754"/>
                  </a:lnTo>
                  <a:lnTo>
                    <a:pt x="0" y="1901"/>
                  </a:lnTo>
                  <a:lnTo>
                    <a:pt x="0" y="0"/>
                  </a:lnTo>
                  <a:lnTo>
                    <a:pt x="15" y="0"/>
                  </a:lnTo>
                  <a:lnTo>
                    <a:pt x="15" y="1898"/>
                  </a:lnTo>
                  <a:lnTo>
                    <a:pt x="144" y="2754"/>
                  </a:lnTo>
                  <a:lnTo>
                    <a:pt x="147" y="3215"/>
                  </a:lnTo>
                  <a:lnTo>
                    <a:pt x="132" y="3215"/>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txBody>
            <a:bodyPr/>
            <a:lstStyle/>
            <a:p>
              <a:endParaRPr lang="en-US"/>
            </a:p>
          </p:txBody>
        </p:sp>
        <p:sp>
          <p:nvSpPr>
            <p:cNvPr id="65" name="Freeform 58"/>
            <p:cNvSpPr>
              <a:spLocks noEditPoints="1"/>
            </p:cNvSpPr>
            <p:nvPr/>
          </p:nvSpPr>
          <p:spPr bwMode="auto">
            <a:xfrm>
              <a:off x="633413" y="5103813"/>
              <a:ext cx="185738" cy="185738"/>
            </a:xfrm>
            <a:custGeom>
              <a:avLst/>
              <a:gdLst/>
              <a:ahLst/>
              <a:cxnLst/>
              <a:rect l="0" t="0" r="r" b="b"/>
              <a:pathLst>
                <a:path w="39" h="39">
                  <a:moveTo>
                    <a:pt x="20" y="39"/>
                  </a:moveTo>
                  <a:cubicBezTo>
                    <a:pt x="9" y="39"/>
                    <a:pt x="0" y="30"/>
                    <a:pt x="0" y="19"/>
                  </a:cubicBezTo>
                  <a:cubicBezTo>
                    <a:pt x="0" y="9"/>
                    <a:pt x="9" y="0"/>
                    <a:pt x="20" y="0"/>
                  </a:cubicBezTo>
                  <a:cubicBezTo>
                    <a:pt x="30" y="0"/>
                    <a:pt x="39" y="9"/>
                    <a:pt x="39" y="19"/>
                  </a:cubicBezTo>
                  <a:cubicBezTo>
                    <a:pt x="39" y="30"/>
                    <a:pt x="30" y="39"/>
                    <a:pt x="20" y="39"/>
                  </a:cubicBezTo>
                  <a:close/>
                  <a:moveTo>
                    <a:pt x="20" y="4"/>
                  </a:moveTo>
                  <a:cubicBezTo>
                    <a:pt x="11" y="4"/>
                    <a:pt x="4" y="11"/>
                    <a:pt x="4" y="19"/>
                  </a:cubicBezTo>
                  <a:cubicBezTo>
                    <a:pt x="4" y="28"/>
                    <a:pt x="11" y="35"/>
                    <a:pt x="20" y="35"/>
                  </a:cubicBezTo>
                  <a:cubicBezTo>
                    <a:pt x="28" y="35"/>
                    <a:pt x="35" y="28"/>
                    <a:pt x="35" y="19"/>
                  </a:cubicBezTo>
                  <a:cubicBezTo>
                    <a:pt x="35" y="11"/>
                    <a:pt x="28"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txBody>
            <a:bodyPr/>
            <a:lstStyle/>
            <a:p>
              <a:endParaRPr lang="en-US"/>
            </a:p>
          </p:txBody>
        </p:sp>
      </p:grpSp>
      <p:sp>
        <p:nvSpPr>
          <p:cNvPr id="2" name="Title 1"/>
          <p:cNvSpPr>
            <a:spLocks noGrp="1"/>
          </p:cNvSpPr>
          <p:nvPr>
            <p:ph type="ctrTitle"/>
          </p:nvPr>
        </p:nvSpPr>
        <p:spPr>
          <a:xfrm>
            <a:off x="1876424" y="1122363"/>
            <a:ext cx="8791575" cy="2387600"/>
          </a:xfrm>
        </p:spPr>
        <p:txBody>
          <a:bodyPr anchor="b">
            <a:normAutofit/>
          </a:bodyPr>
          <a:lstStyle>
            <a:lvl1pPr algn="l">
              <a:defRPr sz="4800"/>
            </a:lvl1pPr>
          </a:lstStyle>
          <a:p>
            <a:r>
              <a:rPr lang="en-US"/>
              <a:t>Click to edit Master title style</a:t>
            </a:r>
            <a:endParaRPr lang="en-US" dirty="0"/>
          </a:p>
        </p:txBody>
      </p:sp>
      <p:sp>
        <p:nvSpPr>
          <p:cNvPr id="3" name="Subtitle 2"/>
          <p:cNvSpPr>
            <a:spLocks noGrp="1"/>
          </p:cNvSpPr>
          <p:nvPr>
            <p:ph type="subTitle" idx="1"/>
          </p:nvPr>
        </p:nvSpPr>
        <p:spPr>
          <a:xfrm>
            <a:off x="1876424" y="3602038"/>
            <a:ext cx="8791575" cy="1655762"/>
          </a:xfrm>
        </p:spPr>
        <p:txBody>
          <a:bodyPr>
            <a:normAutofit/>
          </a:bodyPr>
          <a:lstStyle>
            <a:lvl1pPr marL="0" indent="0" algn="l">
              <a:buNone/>
              <a:defRPr sz="2000" cap="all" baseline="0">
                <a:solidFill>
                  <a:schemeClr val="tx2"/>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4" name="Date Placeholder 3"/>
          <p:cNvSpPr>
            <a:spLocks noGrp="1"/>
          </p:cNvSpPr>
          <p:nvPr>
            <p:ph type="dt" sz="half" idx="10"/>
          </p:nvPr>
        </p:nvSpPr>
        <p:spPr>
          <a:xfrm>
            <a:off x="7077511" y="5410201"/>
            <a:ext cx="2743200" cy="365125"/>
          </a:xfrm>
        </p:spPr>
        <p:txBody>
          <a:bodyPr/>
          <a:lstStyle/>
          <a:p>
            <a:fld id="{B61BEF0D-F0BB-DE4B-95CE-6DB70DBA9567}" type="datetimeFigureOut">
              <a:rPr lang="en-US" smtClean="0"/>
              <a:pPr/>
              <a:t>2/20/2026</a:t>
            </a:fld>
            <a:endParaRPr lang="en-US" dirty="0"/>
          </a:p>
        </p:txBody>
      </p:sp>
      <p:sp>
        <p:nvSpPr>
          <p:cNvPr id="5" name="Footer Placeholder 4"/>
          <p:cNvSpPr>
            <a:spLocks noGrp="1"/>
          </p:cNvSpPr>
          <p:nvPr>
            <p:ph type="ftr" sz="quarter" idx="11"/>
          </p:nvPr>
        </p:nvSpPr>
        <p:spPr>
          <a:xfrm>
            <a:off x="1876424" y="5410201"/>
            <a:ext cx="5124886" cy="365125"/>
          </a:xfrm>
        </p:spPr>
        <p:txBody>
          <a:bodyPr/>
          <a:lstStyle/>
          <a:p>
            <a:endParaRPr lang="en-US" dirty="0"/>
          </a:p>
        </p:txBody>
      </p:sp>
      <p:sp>
        <p:nvSpPr>
          <p:cNvPr id="6" name="Slide Number Placeholder 5"/>
          <p:cNvSpPr>
            <a:spLocks noGrp="1"/>
          </p:cNvSpPr>
          <p:nvPr>
            <p:ph type="sldNum" sz="quarter" idx="12"/>
          </p:nvPr>
        </p:nvSpPr>
        <p:spPr>
          <a:xfrm>
            <a:off x="9896911" y="5410199"/>
            <a:ext cx="771089" cy="365125"/>
          </a:xfrm>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94903177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52647F38-B617-4D2F-AE0A-013F0C4D2C57}" type="datetimeFigureOut">
              <a:rPr lang="en-US" smtClean="0"/>
              <a:t>2/20/2026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E97799C9-84D9-46D2-A11E-BCF8A720529D}" type="slidenum">
              <a:rPr lang="en-US" smtClean="0"/>
              <a:t>‹#›</a:t>
            </a:fld>
            <a:endParaRPr lang="en-US" dirty="0"/>
          </a:p>
        </p:txBody>
      </p:sp>
    </p:spTree>
    <p:extLst>
      <p:ext uri="{BB962C8B-B14F-4D97-AF65-F5344CB8AC3E}">
        <p14:creationId xmlns:p14="http://schemas.microsoft.com/office/powerpoint/2010/main" val="54576220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1141411" y="1419226"/>
            <a:ext cx="9906000" cy="2852737"/>
          </a:xfrm>
        </p:spPr>
        <p:txBody>
          <a:bodyPr anchor="b">
            <a:normAutofit/>
          </a:bodyPr>
          <a:lstStyle>
            <a:lvl1pPr>
              <a:defRPr sz="3600"/>
            </a:lvl1pPr>
          </a:lstStyle>
          <a:p>
            <a:r>
              <a:rPr lang="en-US"/>
              <a:t>Click to edit Master title style</a:t>
            </a:r>
            <a:endParaRPr lang="en-US" dirty="0"/>
          </a:p>
        </p:txBody>
      </p:sp>
      <p:sp>
        <p:nvSpPr>
          <p:cNvPr id="3" name="Text Placeholder 2"/>
          <p:cNvSpPr>
            <a:spLocks noGrp="1"/>
          </p:cNvSpPr>
          <p:nvPr>
            <p:ph type="body" idx="1"/>
          </p:nvPr>
        </p:nvSpPr>
        <p:spPr>
          <a:xfrm>
            <a:off x="1141411" y="4424362"/>
            <a:ext cx="9906000" cy="1374776"/>
          </a:xfrm>
        </p:spPr>
        <p:txBody>
          <a:bodyPr>
            <a:normAutofit/>
          </a:bodyPr>
          <a:lstStyle>
            <a:lvl1pPr marL="0" indent="0">
              <a:buNone/>
              <a:defRPr sz="1800" cap="all" baseline="0">
                <a:solidFill>
                  <a:schemeClr val="tx1">
                    <a:tint val="75000"/>
                  </a:schemeClr>
                </a:solidFill>
              </a:defRPr>
            </a:lvl1pPr>
            <a:lvl2pPr marL="457200" indent="0">
              <a:buNone/>
              <a:defRPr sz="18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Edit Master text styles</a:t>
            </a:r>
          </a:p>
        </p:txBody>
      </p:sp>
      <p:sp>
        <p:nvSpPr>
          <p:cNvPr id="4" name="Date Placeholder 3"/>
          <p:cNvSpPr>
            <a:spLocks noGrp="1"/>
          </p:cNvSpPr>
          <p:nvPr>
            <p:ph type="dt" sz="half" idx="10"/>
          </p:nvPr>
        </p:nvSpPr>
        <p:spPr/>
        <p:txBody>
          <a:bodyPr/>
          <a:lstStyle/>
          <a:p>
            <a:fld id="{B61BEF0D-F0BB-DE4B-95CE-6DB70DBA9567}" type="datetimeFigureOut">
              <a:rPr lang="en-US" smtClean="0"/>
              <a:pPr/>
              <a:t>2/20/2026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14677753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1141410" y="2249486"/>
            <a:ext cx="4878389" cy="3541714"/>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172200" y="2249486"/>
            <a:ext cx="4875211" cy="3541714"/>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05BFA754-D5C3-4E66-96A6-867B257F58DC}" type="datetimeFigureOut">
              <a:rPr lang="en-US" smtClean="0"/>
              <a:t>2/20/2026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5D84065D-F351-4B03-BD91-D8A6B8D4B362}" type="slidenum">
              <a:rPr lang="en-US" smtClean="0"/>
              <a:t>‹#›</a:t>
            </a:fld>
            <a:endParaRPr lang="en-US" dirty="0"/>
          </a:p>
        </p:txBody>
      </p:sp>
    </p:spTree>
    <p:extLst>
      <p:ext uri="{BB962C8B-B14F-4D97-AF65-F5344CB8AC3E}">
        <p14:creationId xmlns:p14="http://schemas.microsoft.com/office/powerpoint/2010/main" val="128313083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1141411" y="619126"/>
            <a:ext cx="9906000" cy="1477961"/>
          </a:xfrm>
        </p:spPr>
        <p:txBody>
          <a:bodyPr/>
          <a:lstStyle/>
          <a:p>
            <a:r>
              <a:rPr lang="en-US"/>
              <a:t>Click to edit Master title style</a:t>
            </a:r>
            <a:endParaRPr lang="en-US" dirty="0"/>
          </a:p>
        </p:txBody>
      </p:sp>
      <p:sp>
        <p:nvSpPr>
          <p:cNvPr id="3" name="Text Placeholder 2"/>
          <p:cNvSpPr>
            <a:spLocks noGrp="1"/>
          </p:cNvSpPr>
          <p:nvPr>
            <p:ph type="body" idx="1"/>
          </p:nvPr>
        </p:nvSpPr>
        <p:spPr>
          <a:xfrm>
            <a:off x="1370019" y="2249486"/>
            <a:ext cx="4649783" cy="823912"/>
          </a:xfrm>
        </p:spPr>
        <p:txBody>
          <a:bodyPr anchor="b"/>
          <a:lstStyle>
            <a:lvl1pPr marL="0" indent="0">
              <a:lnSpc>
                <a:spcPct val="90000"/>
              </a:lnSpc>
              <a:buNone/>
              <a:defRPr sz="2400" b="0" cap="all" baseline="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4" name="Content Placeholder 3"/>
          <p:cNvSpPr>
            <a:spLocks noGrp="1"/>
          </p:cNvSpPr>
          <p:nvPr>
            <p:ph sz="half" idx="2"/>
          </p:nvPr>
        </p:nvSpPr>
        <p:spPr>
          <a:xfrm>
            <a:off x="1141410" y="3073397"/>
            <a:ext cx="4878391" cy="2717801"/>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400808" y="2249485"/>
            <a:ext cx="4646602" cy="823912"/>
          </a:xfrm>
        </p:spPr>
        <p:txBody>
          <a:bodyPr anchor="b"/>
          <a:lstStyle>
            <a:lvl1pPr marL="0" indent="0">
              <a:lnSpc>
                <a:spcPct val="90000"/>
              </a:lnSpc>
              <a:buNone/>
              <a:defRPr sz="2400" b="0" cap="all" baseline="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6" name="Content Placeholder 5"/>
          <p:cNvSpPr>
            <a:spLocks noGrp="1"/>
          </p:cNvSpPr>
          <p:nvPr>
            <p:ph sz="quarter" idx="4"/>
          </p:nvPr>
        </p:nvSpPr>
        <p:spPr>
          <a:xfrm>
            <a:off x="6172200" y="3073397"/>
            <a:ext cx="4875210" cy="2717801"/>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B61BEF0D-F0BB-DE4B-95CE-6DB70DBA9567}" type="datetimeFigureOut">
              <a:rPr lang="en-US" smtClean="0"/>
              <a:pPr/>
              <a:t>2/20/2026</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34537396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B61BEF0D-F0BB-DE4B-95CE-6DB70DBA9567}" type="datetimeFigureOut">
              <a:rPr lang="en-US" smtClean="0"/>
              <a:pPr/>
              <a:t>2/20/2026</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191746421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B61BEF0D-F0BB-DE4B-95CE-6DB70DBA9567}" type="datetimeFigureOut">
              <a:rPr lang="en-US" smtClean="0"/>
              <a:pPr/>
              <a:t>2/20/2026</a:t>
            </a:fld>
            <a:endParaRPr lang="en-US" dirty="0"/>
          </a:p>
        </p:txBody>
      </p:sp>
      <p:sp>
        <p:nvSpPr>
          <p:cNvPr id="3" name="Footer Placeholder 2"/>
          <p:cNvSpPr>
            <a:spLocks noGrp="1"/>
          </p:cNvSpPr>
          <p:nvPr>
            <p:ph type="ftr" sz="quarter" idx="11"/>
          </p:nvPr>
        </p:nvSpPr>
        <p:spPr/>
        <p:txBody>
          <a:bodyPr/>
          <a:lstStyle/>
          <a:p>
            <a:endParaRPr lang="en-US" dirty="0"/>
          </a:p>
        </p:txBody>
      </p:sp>
      <p:sp>
        <p:nvSpPr>
          <p:cNvPr id="4" name="Slide Number Placeholder 3"/>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3116370233"/>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146705" y="609601"/>
            <a:ext cx="3856037" cy="1639884"/>
          </a:xfrm>
        </p:spPr>
        <p:txBody>
          <a:bodyPr anchor="b"/>
          <a:lstStyle>
            <a:lvl1pPr>
              <a:defRPr sz="3200"/>
            </a:lvl1pPr>
          </a:lstStyle>
          <a:p>
            <a:r>
              <a:rPr lang="en-US"/>
              <a:t>Click to edit Master title style</a:t>
            </a:r>
            <a:endParaRPr lang="en-US" dirty="0"/>
          </a:p>
        </p:txBody>
      </p:sp>
      <p:sp>
        <p:nvSpPr>
          <p:cNvPr id="3" name="Content Placeholder 2"/>
          <p:cNvSpPr>
            <a:spLocks noGrp="1"/>
          </p:cNvSpPr>
          <p:nvPr>
            <p:ph idx="1"/>
          </p:nvPr>
        </p:nvSpPr>
        <p:spPr>
          <a:xfrm>
            <a:off x="5156200" y="592666"/>
            <a:ext cx="5891209" cy="5198534"/>
          </a:xfrm>
        </p:spPr>
        <p:txBody>
          <a:bodyPr anchor="ct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1146705" y="2249486"/>
            <a:ext cx="3856037" cy="3541714"/>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p:cNvSpPr>
            <a:spLocks noGrp="1"/>
          </p:cNvSpPr>
          <p:nvPr>
            <p:ph type="dt" sz="half" idx="10"/>
          </p:nvPr>
        </p:nvSpPr>
        <p:spPr/>
        <p:txBody>
          <a:bodyPr/>
          <a:lstStyle/>
          <a:p>
            <a:fld id="{B61BEF0D-F0BB-DE4B-95CE-6DB70DBA9567}" type="datetimeFigureOut">
              <a:rPr lang="en-US" smtClean="0"/>
              <a:pPr/>
              <a:t>2/20/2026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34223094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141413" y="609600"/>
            <a:ext cx="5934508" cy="1639886"/>
          </a:xfrm>
        </p:spPr>
        <p:txBody>
          <a:bodyPr anchor="b"/>
          <a:lstStyle>
            <a:lvl1pPr>
              <a:defRPr sz="3200"/>
            </a:lvl1pPr>
          </a:lstStyle>
          <a:p>
            <a:r>
              <a:rPr lang="en-US"/>
              <a:t>Click to edit Master title style</a:t>
            </a:r>
            <a:endParaRPr lang="en-US" dirty="0"/>
          </a:p>
        </p:txBody>
      </p:sp>
      <p:sp>
        <p:nvSpPr>
          <p:cNvPr id="3" name="Picture Placeholder 2"/>
          <p:cNvSpPr>
            <a:spLocks noGrp="1" noChangeAspect="1"/>
          </p:cNvSpPr>
          <p:nvPr>
            <p:ph type="pic" idx="1"/>
          </p:nvPr>
        </p:nvSpPr>
        <p:spPr>
          <a:xfrm>
            <a:off x="7380721" y="609601"/>
            <a:ext cx="3666690" cy="5181599"/>
          </a:xfrm>
          <a:prstGeom prst="round2DiagRect">
            <a:avLst>
              <a:gd name="adj1" fmla="val 5608"/>
              <a:gd name="adj2" fmla="val 0"/>
            </a:avLst>
          </a:prstGeom>
          <a:ln w="19050" cap="sq">
            <a:solidFill>
              <a:schemeClr val="tx2">
                <a:lumMod val="60000"/>
                <a:lumOff val="40000"/>
                <a:alpha val="60000"/>
              </a:schemeClr>
            </a:solidFill>
            <a:miter lim="800000"/>
          </a:ln>
          <a:effectLst>
            <a:outerShdw blurRad="88900" dist="38100" dir="5400000" algn="t" rotWithShape="0">
              <a:prstClr val="black">
                <a:alpha val="40000"/>
              </a:prstClr>
            </a:outerShdw>
          </a:effectLst>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1141410" y="2249486"/>
            <a:ext cx="5934511" cy="3541714"/>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p:cNvSpPr>
            <a:spLocks noGrp="1"/>
          </p:cNvSpPr>
          <p:nvPr>
            <p:ph type="dt" sz="half" idx="10"/>
          </p:nvPr>
        </p:nvSpPr>
        <p:spPr/>
        <p:txBody>
          <a:bodyPr/>
          <a:lstStyle/>
          <a:p>
            <a:fld id="{B61BEF0D-F0BB-DE4B-95CE-6DB70DBA9567}" type="datetimeFigureOut">
              <a:rPr lang="en-US" smtClean="0"/>
              <a:pPr/>
              <a:t>2/20/2026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7977166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Panoramic 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141410" y="4304664"/>
            <a:ext cx="9912355" cy="819355"/>
          </a:xfrm>
        </p:spPr>
        <p:txBody>
          <a:bodyPr anchor="b">
            <a:normAutofit/>
          </a:bodyPr>
          <a:lstStyle>
            <a:lvl1pPr>
              <a:defRPr sz="3200"/>
            </a:lvl1pPr>
          </a:lstStyle>
          <a:p>
            <a:r>
              <a:rPr lang="en-US"/>
              <a:t>Click to edit Master title style</a:t>
            </a:r>
            <a:endParaRPr lang="en-US" dirty="0"/>
          </a:p>
        </p:txBody>
      </p:sp>
      <p:sp>
        <p:nvSpPr>
          <p:cNvPr id="3" name="Picture Placeholder 2"/>
          <p:cNvSpPr>
            <a:spLocks noGrp="1" noChangeAspect="1"/>
          </p:cNvSpPr>
          <p:nvPr>
            <p:ph type="pic" idx="1"/>
          </p:nvPr>
        </p:nvSpPr>
        <p:spPr>
          <a:xfrm>
            <a:off x="1141411" y="606426"/>
            <a:ext cx="9912354" cy="3299778"/>
          </a:xfrm>
          <a:prstGeom prst="round2DiagRect">
            <a:avLst>
              <a:gd name="adj1" fmla="val 4860"/>
              <a:gd name="adj2" fmla="val 0"/>
            </a:avLst>
          </a:prstGeom>
          <a:ln w="19050" cap="sq">
            <a:solidFill>
              <a:schemeClr val="tx2">
                <a:lumMod val="60000"/>
                <a:lumOff val="40000"/>
                <a:alpha val="60000"/>
              </a:schemeClr>
            </a:solidFill>
            <a:miter lim="800000"/>
          </a:ln>
          <a:effectLst>
            <a:outerShdw blurRad="88900" dist="38100" dir="5400000" algn="t" rotWithShape="0">
              <a:prstClr val="black">
                <a:alpha val="40000"/>
              </a:prstClr>
            </a:outerShdw>
          </a:effectLst>
        </p:spPr>
        <p:txBody>
          <a:bodyPr vert="horz" lIns="91440" tIns="45720" rIns="91440" bIns="45720" rtlCol="0" anchor="t">
            <a:normAutofit/>
          </a:bodyPr>
          <a:lstStyle>
            <a:lvl1pPr>
              <a:buNone/>
              <a:defRPr lang="en-US" sz="3200"/>
            </a:lvl1pPr>
          </a:lstStyle>
          <a:p>
            <a:pPr marL="0" lvl="0" indent="0">
              <a:buNone/>
            </a:pPr>
            <a:r>
              <a:rPr lang="en-US"/>
              <a:t>Click icon to add picture</a:t>
            </a:r>
            <a:endParaRPr lang="en-US" dirty="0"/>
          </a:p>
        </p:txBody>
      </p:sp>
      <p:sp>
        <p:nvSpPr>
          <p:cNvPr id="4" name="Text Placeholder 3"/>
          <p:cNvSpPr>
            <a:spLocks noGrp="1"/>
          </p:cNvSpPr>
          <p:nvPr>
            <p:ph type="body" sz="half" idx="2"/>
          </p:nvPr>
        </p:nvSpPr>
        <p:spPr>
          <a:xfrm>
            <a:off x="1141364" y="5124020"/>
            <a:ext cx="9910859" cy="682472"/>
          </a:xfrm>
        </p:spPr>
        <p:txBody>
          <a:bodyPr>
            <a:normAutofit/>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p:cNvSpPr>
            <a:spLocks noGrp="1"/>
          </p:cNvSpPr>
          <p:nvPr>
            <p:ph type="dt" sz="half" idx="10"/>
          </p:nvPr>
        </p:nvSpPr>
        <p:spPr/>
        <p:txBody>
          <a:bodyPr/>
          <a:lstStyle/>
          <a:p>
            <a:fld id="{B61BEF0D-F0BB-DE4B-95CE-6DB70DBA9567}" type="datetimeFigureOut">
              <a:rPr lang="en-US" smtClean="0"/>
              <a:pPr/>
              <a:t>2/20/2026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30521663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1141456" y="609600"/>
            <a:ext cx="9905955" cy="3429000"/>
          </a:xfrm>
        </p:spPr>
        <p:txBody>
          <a:bodyPr anchor="ctr">
            <a:normAutofit/>
          </a:bodyPr>
          <a:lstStyle>
            <a:lvl1pPr>
              <a:defRPr sz="3600"/>
            </a:lvl1pPr>
          </a:lstStyle>
          <a:p>
            <a:r>
              <a:rPr lang="en-US"/>
              <a:t>Click to edit Master title style</a:t>
            </a:r>
            <a:endParaRPr lang="en-US" dirty="0"/>
          </a:p>
        </p:txBody>
      </p:sp>
      <p:sp>
        <p:nvSpPr>
          <p:cNvPr id="4" name="Text Placeholder 3"/>
          <p:cNvSpPr>
            <a:spLocks noGrp="1"/>
          </p:cNvSpPr>
          <p:nvPr>
            <p:ph type="body" sz="half" idx="2"/>
          </p:nvPr>
        </p:nvSpPr>
        <p:spPr>
          <a:xfrm>
            <a:off x="1141410" y="4419599"/>
            <a:ext cx="9904459" cy="1371599"/>
          </a:xfrm>
        </p:spPr>
        <p:txBody>
          <a:bodyPr anchor="ctr">
            <a:normAutofit/>
          </a:bodyPr>
          <a:lstStyle>
            <a:lvl1pPr marL="0" indent="0">
              <a:buNone/>
              <a:defRPr sz="18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p:cNvSpPr>
            <a:spLocks noGrp="1"/>
          </p:cNvSpPr>
          <p:nvPr>
            <p:ph type="dt" sz="half" idx="10"/>
          </p:nvPr>
        </p:nvSpPr>
        <p:spPr/>
        <p:txBody>
          <a:bodyPr/>
          <a:lstStyle/>
          <a:p>
            <a:fld id="{B61BEF0D-F0BB-DE4B-95CE-6DB70DBA9567}" type="datetimeFigureOut">
              <a:rPr lang="en-US" smtClean="0"/>
              <a:pPr/>
              <a:t>2/20/2026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2486716010"/>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446212" y="609599"/>
            <a:ext cx="9302752" cy="2748429"/>
          </a:xfrm>
        </p:spPr>
        <p:txBody>
          <a:bodyPr anchor="ctr">
            <a:normAutofit/>
          </a:bodyPr>
          <a:lstStyle>
            <a:lvl1pPr>
              <a:defRPr sz="3600"/>
            </a:lvl1pPr>
          </a:lstStyle>
          <a:p>
            <a:r>
              <a:rPr lang="en-US"/>
              <a:t>Click to edit Master title style</a:t>
            </a:r>
            <a:endParaRPr lang="en-US" dirty="0"/>
          </a:p>
        </p:txBody>
      </p:sp>
      <p:sp>
        <p:nvSpPr>
          <p:cNvPr id="12" name="Text Placeholder 3"/>
          <p:cNvSpPr>
            <a:spLocks noGrp="1"/>
          </p:cNvSpPr>
          <p:nvPr>
            <p:ph type="body" sz="half" idx="13"/>
          </p:nvPr>
        </p:nvSpPr>
        <p:spPr>
          <a:xfrm>
            <a:off x="1720644" y="3365557"/>
            <a:ext cx="8752299" cy="548968"/>
          </a:xfrm>
        </p:spPr>
        <p:txBody>
          <a:bodyPr anchor="t">
            <a:normAutofit/>
          </a:bodyPr>
          <a:lstStyle>
            <a:lvl1pPr marL="0" indent="0">
              <a:buNone/>
              <a:defRPr sz="14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4" name="Text Placeholder 3"/>
          <p:cNvSpPr>
            <a:spLocks noGrp="1"/>
          </p:cNvSpPr>
          <p:nvPr>
            <p:ph type="body" sz="half" idx="2"/>
          </p:nvPr>
        </p:nvSpPr>
        <p:spPr>
          <a:xfrm>
            <a:off x="1141411" y="4309919"/>
            <a:ext cx="9906002" cy="1489496"/>
          </a:xfrm>
        </p:spPr>
        <p:txBody>
          <a:bodyPr anchor="ctr">
            <a:normAutofit/>
          </a:bodyPr>
          <a:lstStyle>
            <a:lvl1pPr marL="0" indent="0">
              <a:buNone/>
              <a:defRPr sz="18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p:cNvSpPr>
            <a:spLocks noGrp="1"/>
          </p:cNvSpPr>
          <p:nvPr>
            <p:ph type="dt" sz="half" idx="10"/>
          </p:nvPr>
        </p:nvSpPr>
        <p:spPr/>
        <p:txBody>
          <a:bodyPr/>
          <a:lstStyle/>
          <a:p>
            <a:fld id="{B61BEF0D-F0BB-DE4B-95CE-6DB70DBA9567}" type="datetimeFigureOut">
              <a:rPr lang="en-US" smtClean="0"/>
              <a:pPr/>
              <a:t>2/20/2026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D57F1E4F-1CFF-5643-939E-217C01CDF565}" type="slidenum">
              <a:rPr lang="en-US" smtClean="0"/>
              <a:pPr/>
              <a:t>‹#›</a:t>
            </a:fld>
            <a:endParaRPr lang="en-US" dirty="0"/>
          </a:p>
        </p:txBody>
      </p:sp>
      <p:sp>
        <p:nvSpPr>
          <p:cNvPr id="60" name="TextBox 59"/>
          <p:cNvSpPr txBox="1"/>
          <p:nvPr/>
        </p:nvSpPr>
        <p:spPr>
          <a:xfrm>
            <a:off x="903512" y="732394"/>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latin typeface="+mj-lt"/>
                <a:ea typeface="+mj-ea"/>
                <a:cs typeface="Trebuchet MS"/>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lgn="r"/>
            <a:r>
              <a:rPr lang="en-US" sz="8000" dirty="0">
                <a:solidFill>
                  <a:schemeClr val="tx1"/>
                </a:solidFill>
                <a:effectLst/>
              </a:rPr>
              <a:t>“</a:t>
            </a:r>
          </a:p>
        </p:txBody>
      </p:sp>
      <p:sp>
        <p:nvSpPr>
          <p:cNvPr id="61" name="TextBox 60"/>
          <p:cNvSpPr txBox="1"/>
          <p:nvPr/>
        </p:nvSpPr>
        <p:spPr>
          <a:xfrm>
            <a:off x="10537370" y="2764972"/>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latin typeface="+mj-lt"/>
                <a:ea typeface="+mj-ea"/>
                <a:cs typeface="Trebuchet MS"/>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lgn="r"/>
            <a:r>
              <a:rPr lang="en-US" sz="8000" dirty="0">
                <a:solidFill>
                  <a:schemeClr val="tx1"/>
                </a:solidFill>
                <a:effectLst/>
              </a:rPr>
              <a:t>”</a:t>
            </a:r>
          </a:p>
        </p:txBody>
      </p:sp>
    </p:spTree>
    <p:extLst>
      <p:ext uri="{BB962C8B-B14F-4D97-AF65-F5344CB8AC3E}">
        <p14:creationId xmlns:p14="http://schemas.microsoft.com/office/powerpoint/2010/main" val="1970509530"/>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1141410" y="2134041"/>
            <a:ext cx="9906001" cy="2511835"/>
          </a:xfrm>
        </p:spPr>
        <p:txBody>
          <a:bodyPr anchor="b">
            <a:normAutofit/>
          </a:bodyPr>
          <a:lstStyle>
            <a:lvl1pPr>
              <a:defRPr sz="3600"/>
            </a:lvl1pPr>
          </a:lstStyle>
          <a:p>
            <a:r>
              <a:rPr lang="en-US"/>
              <a:t>Click to edit Master title style</a:t>
            </a:r>
            <a:endParaRPr lang="en-US" dirty="0"/>
          </a:p>
        </p:txBody>
      </p:sp>
      <p:sp>
        <p:nvSpPr>
          <p:cNvPr id="4" name="Text Placeholder 3"/>
          <p:cNvSpPr>
            <a:spLocks noGrp="1"/>
          </p:cNvSpPr>
          <p:nvPr>
            <p:ph type="body" sz="half" idx="2"/>
          </p:nvPr>
        </p:nvSpPr>
        <p:spPr>
          <a:xfrm>
            <a:off x="1141364" y="4657655"/>
            <a:ext cx="9904505" cy="1140644"/>
          </a:xfrm>
        </p:spPr>
        <p:txBody>
          <a:bodyPr anchor="t">
            <a:normAutofit/>
          </a:bodyPr>
          <a:lstStyle>
            <a:lvl1pPr marL="0" indent="0">
              <a:buNone/>
              <a:defRPr sz="18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p:cNvSpPr>
            <a:spLocks noGrp="1"/>
          </p:cNvSpPr>
          <p:nvPr>
            <p:ph type="dt" sz="half" idx="10"/>
          </p:nvPr>
        </p:nvSpPr>
        <p:spPr/>
        <p:txBody>
          <a:bodyPr/>
          <a:lstStyle/>
          <a:p>
            <a:fld id="{B61BEF0D-F0BB-DE4B-95CE-6DB70DBA9567}" type="datetimeFigureOut">
              <a:rPr lang="en-US" smtClean="0"/>
              <a:pPr/>
              <a:t>2/20/2026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4126478514"/>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3 Column">
    <p:spTree>
      <p:nvGrpSpPr>
        <p:cNvPr id="1" name=""/>
        <p:cNvGrpSpPr/>
        <p:nvPr/>
      </p:nvGrpSpPr>
      <p:grpSpPr>
        <a:xfrm>
          <a:off x="0" y="0"/>
          <a:ext cx="0" cy="0"/>
          <a:chOff x="0" y="0"/>
          <a:chExt cx="0" cy="0"/>
        </a:xfrm>
      </p:grpSpPr>
      <p:sp>
        <p:nvSpPr>
          <p:cNvPr id="15" name="Title 1"/>
          <p:cNvSpPr>
            <a:spLocks noGrp="1"/>
          </p:cNvSpPr>
          <p:nvPr>
            <p:ph type="title"/>
          </p:nvPr>
        </p:nvSpPr>
        <p:spPr>
          <a:xfrm>
            <a:off x="1141413" y="609600"/>
            <a:ext cx="9905998" cy="1905000"/>
          </a:xfrm>
        </p:spPr>
        <p:txBody>
          <a:bodyPr/>
          <a:lstStyle/>
          <a:p>
            <a:r>
              <a:rPr lang="en-US"/>
              <a:t>Click to edit Master title style</a:t>
            </a:r>
            <a:endParaRPr lang="en-US" dirty="0"/>
          </a:p>
        </p:txBody>
      </p:sp>
      <p:sp>
        <p:nvSpPr>
          <p:cNvPr id="7" name="Text Placeholder 2"/>
          <p:cNvSpPr>
            <a:spLocks noGrp="1"/>
          </p:cNvSpPr>
          <p:nvPr>
            <p:ph type="body" idx="1"/>
          </p:nvPr>
        </p:nvSpPr>
        <p:spPr>
          <a:xfrm>
            <a:off x="1141410" y="2674463"/>
            <a:ext cx="3196899" cy="685800"/>
          </a:xfrm>
        </p:spPr>
        <p:txBody>
          <a:bodyPr anchor="b">
            <a:noAutofit/>
          </a:bodyPr>
          <a:lstStyle>
            <a:lvl1pPr marL="0" indent="0">
              <a:lnSpc>
                <a:spcPct val="90000"/>
              </a:lnSpc>
              <a:buNone/>
              <a:defRPr sz="2400" b="0" cap="all" baseline="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8" name="Text Placeholder 3"/>
          <p:cNvSpPr>
            <a:spLocks noGrp="1"/>
          </p:cNvSpPr>
          <p:nvPr>
            <p:ph type="body" sz="half" idx="15"/>
          </p:nvPr>
        </p:nvSpPr>
        <p:spPr>
          <a:xfrm>
            <a:off x="1127918" y="3360263"/>
            <a:ext cx="3208735" cy="2430936"/>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Edit Master text styles</a:t>
            </a:r>
          </a:p>
        </p:txBody>
      </p:sp>
      <p:sp>
        <p:nvSpPr>
          <p:cNvPr id="9" name="Text Placeholder 4"/>
          <p:cNvSpPr>
            <a:spLocks noGrp="1"/>
          </p:cNvSpPr>
          <p:nvPr>
            <p:ph type="body" sz="quarter" idx="3"/>
          </p:nvPr>
        </p:nvSpPr>
        <p:spPr>
          <a:xfrm>
            <a:off x="4514766" y="2677635"/>
            <a:ext cx="3184385" cy="685800"/>
          </a:xfrm>
        </p:spPr>
        <p:txBody>
          <a:bodyPr anchor="b">
            <a:noAutofit/>
          </a:bodyPr>
          <a:lstStyle>
            <a:lvl1pPr marL="0" indent="0">
              <a:lnSpc>
                <a:spcPct val="90000"/>
              </a:lnSpc>
              <a:buNone/>
              <a:defRPr sz="2400" b="0" cap="all" baseline="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10" name="Text Placeholder 3"/>
          <p:cNvSpPr>
            <a:spLocks noGrp="1"/>
          </p:cNvSpPr>
          <p:nvPr>
            <p:ph type="body" sz="half" idx="16"/>
          </p:nvPr>
        </p:nvSpPr>
        <p:spPr>
          <a:xfrm>
            <a:off x="4504213" y="3363435"/>
            <a:ext cx="3195830" cy="2430936"/>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Edit Master text styles</a:t>
            </a:r>
          </a:p>
        </p:txBody>
      </p:sp>
      <p:sp>
        <p:nvSpPr>
          <p:cNvPr id="11" name="Text Placeholder 4"/>
          <p:cNvSpPr>
            <a:spLocks noGrp="1"/>
          </p:cNvSpPr>
          <p:nvPr>
            <p:ph type="body" sz="quarter" idx="13"/>
          </p:nvPr>
        </p:nvSpPr>
        <p:spPr>
          <a:xfrm>
            <a:off x="7852442" y="2674463"/>
            <a:ext cx="3194968" cy="685800"/>
          </a:xfrm>
        </p:spPr>
        <p:txBody>
          <a:bodyPr anchor="b">
            <a:noAutofit/>
          </a:bodyPr>
          <a:lstStyle>
            <a:lvl1pPr marL="0" indent="0">
              <a:lnSpc>
                <a:spcPct val="90000"/>
              </a:lnSpc>
              <a:buNone/>
              <a:defRPr sz="2400" b="0" cap="all" baseline="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12" name="Text Placeholder 3"/>
          <p:cNvSpPr>
            <a:spLocks noGrp="1"/>
          </p:cNvSpPr>
          <p:nvPr>
            <p:ph type="body" sz="half" idx="17"/>
          </p:nvPr>
        </p:nvSpPr>
        <p:spPr>
          <a:xfrm>
            <a:off x="7852442" y="3360263"/>
            <a:ext cx="3194968" cy="2430936"/>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Edit Master text styles</a:t>
            </a:r>
          </a:p>
        </p:txBody>
      </p:sp>
      <p:sp>
        <p:nvSpPr>
          <p:cNvPr id="3" name="Date Placeholder 2"/>
          <p:cNvSpPr>
            <a:spLocks noGrp="1"/>
          </p:cNvSpPr>
          <p:nvPr>
            <p:ph type="dt" sz="half" idx="10"/>
          </p:nvPr>
        </p:nvSpPr>
        <p:spPr/>
        <p:txBody>
          <a:bodyPr/>
          <a:lstStyle/>
          <a:p>
            <a:fld id="{B61BEF0D-F0BB-DE4B-95CE-6DB70DBA9567}" type="datetimeFigureOut">
              <a:rPr lang="en-US" smtClean="0"/>
              <a:pPr/>
              <a:t>2/20/2026</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71680033"/>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3 Picture Column">
    <p:spTree>
      <p:nvGrpSpPr>
        <p:cNvPr id="1" name=""/>
        <p:cNvGrpSpPr/>
        <p:nvPr/>
      </p:nvGrpSpPr>
      <p:grpSpPr>
        <a:xfrm>
          <a:off x="0" y="0"/>
          <a:ext cx="0" cy="0"/>
          <a:chOff x="0" y="0"/>
          <a:chExt cx="0" cy="0"/>
        </a:xfrm>
      </p:grpSpPr>
      <p:sp>
        <p:nvSpPr>
          <p:cNvPr id="30" name="Title 1"/>
          <p:cNvSpPr>
            <a:spLocks noGrp="1"/>
          </p:cNvSpPr>
          <p:nvPr>
            <p:ph type="title"/>
          </p:nvPr>
        </p:nvSpPr>
        <p:spPr>
          <a:xfrm>
            <a:off x="1141411" y="609600"/>
            <a:ext cx="9905999" cy="1905000"/>
          </a:xfrm>
        </p:spPr>
        <p:txBody>
          <a:bodyPr/>
          <a:lstStyle/>
          <a:p>
            <a:r>
              <a:rPr lang="en-US"/>
              <a:t>Click to edit Master title style</a:t>
            </a:r>
            <a:endParaRPr lang="en-US" dirty="0"/>
          </a:p>
        </p:txBody>
      </p:sp>
      <p:sp>
        <p:nvSpPr>
          <p:cNvPr id="19" name="Text Placeholder 2"/>
          <p:cNvSpPr>
            <a:spLocks noGrp="1"/>
          </p:cNvSpPr>
          <p:nvPr>
            <p:ph type="body" idx="1"/>
          </p:nvPr>
        </p:nvSpPr>
        <p:spPr>
          <a:xfrm>
            <a:off x="1141413" y="4404596"/>
            <a:ext cx="3195240" cy="576262"/>
          </a:xfrm>
        </p:spPr>
        <p:txBody>
          <a:bodyPr anchor="b">
            <a:noAutofit/>
          </a:bodyPr>
          <a:lstStyle>
            <a:lvl1pPr marL="0" indent="0">
              <a:lnSpc>
                <a:spcPct val="90000"/>
              </a:lnSpc>
              <a:buNone/>
              <a:defRPr sz="2000" b="0" cap="all" baseline="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20" name="Picture Placeholder 2"/>
          <p:cNvSpPr>
            <a:spLocks noGrp="1" noChangeAspect="1"/>
          </p:cNvSpPr>
          <p:nvPr>
            <p:ph type="pic" idx="15"/>
          </p:nvPr>
        </p:nvSpPr>
        <p:spPr>
          <a:xfrm>
            <a:off x="1141413" y="2666998"/>
            <a:ext cx="3195240" cy="1524000"/>
          </a:xfrm>
          <a:prstGeom prst="round2DiagRect">
            <a:avLst/>
          </a:prstGeom>
          <a:ln w="19050" cap="sq">
            <a:solidFill>
              <a:schemeClr val="tx2">
                <a:lumMod val="60000"/>
                <a:lumOff val="40000"/>
                <a:alpha val="60000"/>
              </a:schemeClr>
            </a:solidFill>
            <a:miter lim="800000"/>
          </a:ln>
          <a:effectLst>
            <a:outerShdw blurRad="88900" dist="38100" dir="5400000" algn="t" rotWithShape="0">
              <a:prstClr val="black">
                <a:alpha val="40000"/>
              </a:prstClr>
            </a:outerShdw>
          </a:effectLst>
        </p:spPr>
        <p:txBody>
          <a:bodyPr vert="horz" lIns="91440" tIns="45720" rIns="91440" bIns="45720" rtlCol="0" anchor="t">
            <a:normAutofit/>
          </a:bodyPr>
          <a:lstStyle>
            <a:lvl1pPr>
              <a:buNone/>
              <a:defRPr lang="en-US" sz="2000" dirty="0"/>
            </a:lvl1pPr>
          </a:lstStyle>
          <a:p>
            <a:pPr marL="0" lvl="0" indent="0">
              <a:buNone/>
            </a:pPr>
            <a:r>
              <a:rPr lang="en-US"/>
              <a:t>Click icon to add picture</a:t>
            </a:r>
            <a:endParaRPr lang="en-US" dirty="0"/>
          </a:p>
        </p:txBody>
      </p:sp>
      <p:sp>
        <p:nvSpPr>
          <p:cNvPr id="21" name="Text Placeholder 3"/>
          <p:cNvSpPr>
            <a:spLocks noGrp="1"/>
          </p:cNvSpPr>
          <p:nvPr>
            <p:ph type="body" sz="half" idx="18"/>
          </p:nvPr>
        </p:nvSpPr>
        <p:spPr>
          <a:xfrm>
            <a:off x="1141413" y="4980858"/>
            <a:ext cx="3195240" cy="817843"/>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Edit Master text styles</a:t>
            </a:r>
          </a:p>
        </p:txBody>
      </p:sp>
      <p:sp>
        <p:nvSpPr>
          <p:cNvPr id="22" name="Text Placeholder 4"/>
          <p:cNvSpPr>
            <a:spLocks noGrp="1"/>
          </p:cNvSpPr>
          <p:nvPr>
            <p:ph type="body" sz="quarter" idx="3"/>
          </p:nvPr>
        </p:nvSpPr>
        <p:spPr>
          <a:xfrm>
            <a:off x="4489053" y="4404596"/>
            <a:ext cx="3200400" cy="576262"/>
          </a:xfrm>
        </p:spPr>
        <p:txBody>
          <a:bodyPr anchor="b">
            <a:noAutofit/>
          </a:bodyPr>
          <a:lstStyle>
            <a:lvl1pPr marL="0" indent="0">
              <a:lnSpc>
                <a:spcPct val="90000"/>
              </a:lnSpc>
              <a:buNone/>
              <a:defRPr sz="2000" b="0" cap="all" baseline="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23" name="Picture Placeholder 2"/>
          <p:cNvSpPr>
            <a:spLocks noGrp="1" noChangeAspect="1"/>
          </p:cNvSpPr>
          <p:nvPr>
            <p:ph type="pic" idx="21"/>
          </p:nvPr>
        </p:nvSpPr>
        <p:spPr>
          <a:xfrm>
            <a:off x="4489053" y="2666998"/>
            <a:ext cx="3198940" cy="1524000"/>
          </a:xfrm>
          <a:prstGeom prst="round2DiagRect">
            <a:avLst/>
          </a:prstGeom>
          <a:ln w="19050" cap="sq">
            <a:solidFill>
              <a:schemeClr val="tx2">
                <a:lumMod val="60000"/>
                <a:lumOff val="40000"/>
                <a:alpha val="60000"/>
              </a:schemeClr>
            </a:solidFill>
            <a:miter lim="800000"/>
          </a:ln>
          <a:effectLst>
            <a:outerShdw blurRad="88900" dist="38100" dir="5400000" algn="t" rotWithShape="0">
              <a:prstClr val="black">
                <a:alpha val="40000"/>
              </a:prstClr>
            </a:outerShdw>
          </a:effectLst>
        </p:spPr>
        <p:txBody>
          <a:bodyPr vert="horz" lIns="91440" tIns="45720" rIns="91440" bIns="45720" rtlCol="0" anchor="t">
            <a:normAutofit/>
          </a:bodyPr>
          <a:lstStyle>
            <a:lvl1pPr>
              <a:buNone/>
              <a:defRPr lang="en-US" sz="2000" dirty="0"/>
            </a:lvl1pPr>
          </a:lstStyle>
          <a:p>
            <a:pPr marL="0" lvl="0" indent="0">
              <a:buNone/>
            </a:pPr>
            <a:r>
              <a:rPr lang="en-US"/>
              <a:t>Click icon to add picture</a:t>
            </a:r>
            <a:endParaRPr lang="en-US" dirty="0"/>
          </a:p>
        </p:txBody>
      </p:sp>
      <p:sp>
        <p:nvSpPr>
          <p:cNvPr id="24" name="Text Placeholder 3"/>
          <p:cNvSpPr>
            <a:spLocks noGrp="1"/>
          </p:cNvSpPr>
          <p:nvPr>
            <p:ph type="body" sz="half" idx="19"/>
          </p:nvPr>
        </p:nvSpPr>
        <p:spPr>
          <a:xfrm>
            <a:off x="4487593" y="4980857"/>
            <a:ext cx="3200400" cy="810342"/>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Edit Master text styles</a:t>
            </a:r>
          </a:p>
        </p:txBody>
      </p:sp>
      <p:sp>
        <p:nvSpPr>
          <p:cNvPr id="25" name="Text Placeholder 4"/>
          <p:cNvSpPr>
            <a:spLocks noGrp="1"/>
          </p:cNvSpPr>
          <p:nvPr>
            <p:ph type="body" sz="quarter" idx="13"/>
          </p:nvPr>
        </p:nvSpPr>
        <p:spPr>
          <a:xfrm>
            <a:off x="7852567" y="4404595"/>
            <a:ext cx="3190741" cy="576262"/>
          </a:xfrm>
        </p:spPr>
        <p:txBody>
          <a:bodyPr anchor="b">
            <a:noAutofit/>
          </a:bodyPr>
          <a:lstStyle>
            <a:lvl1pPr marL="0" indent="0">
              <a:lnSpc>
                <a:spcPct val="90000"/>
              </a:lnSpc>
              <a:buNone/>
              <a:defRPr sz="2000" b="0" cap="all" baseline="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26" name="Picture Placeholder 2"/>
          <p:cNvSpPr>
            <a:spLocks noGrp="1" noChangeAspect="1"/>
          </p:cNvSpPr>
          <p:nvPr>
            <p:ph type="pic" idx="22"/>
          </p:nvPr>
        </p:nvSpPr>
        <p:spPr>
          <a:xfrm>
            <a:off x="7852442" y="2666998"/>
            <a:ext cx="3194969" cy="1524000"/>
          </a:xfrm>
          <a:prstGeom prst="round2DiagRect">
            <a:avLst/>
          </a:prstGeom>
          <a:ln w="19050" cap="sq">
            <a:solidFill>
              <a:schemeClr val="tx2">
                <a:lumMod val="60000"/>
                <a:lumOff val="40000"/>
                <a:alpha val="60000"/>
              </a:schemeClr>
            </a:solidFill>
            <a:miter lim="800000"/>
          </a:ln>
          <a:effectLst>
            <a:outerShdw blurRad="88900" dist="38100" dir="5400000" algn="t" rotWithShape="0">
              <a:prstClr val="black">
                <a:alpha val="40000"/>
              </a:prstClr>
            </a:outerShdw>
          </a:effectLst>
        </p:spPr>
        <p:txBody>
          <a:bodyPr vert="horz" lIns="91440" tIns="45720" rIns="91440" bIns="45720" rtlCol="0" anchor="t">
            <a:normAutofit/>
          </a:bodyPr>
          <a:lstStyle>
            <a:lvl1pPr>
              <a:buNone/>
              <a:defRPr lang="en-US" sz="2000" dirty="0"/>
            </a:lvl1pPr>
          </a:lstStyle>
          <a:p>
            <a:pPr marL="0" lvl="0" indent="0">
              <a:buNone/>
            </a:pPr>
            <a:r>
              <a:rPr lang="en-US"/>
              <a:t>Click icon to add picture</a:t>
            </a:r>
            <a:endParaRPr lang="en-US" dirty="0"/>
          </a:p>
        </p:txBody>
      </p:sp>
      <p:sp>
        <p:nvSpPr>
          <p:cNvPr id="27" name="Text Placeholder 3"/>
          <p:cNvSpPr>
            <a:spLocks noGrp="1"/>
          </p:cNvSpPr>
          <p:nvPr>
            <p:ph type="body" sz="half" idx="20"/>
          </p:nvPr>
        </p:nvSpPr>
        <p:spPr>
          <a:xfrm>
            <a:off x="7852442" y="4980854"/>
            <a:ext cx="3194968" cy="810345"/>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Edit Master text styles</a:t>
            </a:r>
          </a:p>
        </p:txBody>
      </p:sp>
      <p:sp>
        <p:nvSpPr>
          <p:cNvPr id="3" name="Date Placeholder 2"/>
          <p:cNvSpPr>
            <a:spLocks noGrp="1"/>
          </p:cNvSpPr>
          <p:nvPr>
            <p:ph type="dt" sz="half" idx="10"/>
          </p:nvPr>
        </p:nvSpPr>
        <p:spPr/>
        <p:txBody>
          <a:bodyPr/>
          <a:lstStyle/>
          <a:p>
            <a:fld id="{B61BEF0D-F0BB-DE4B-95CE-6DB70DBA9567}" type="datetimeFigureOut">
              <a:rPr lang="en-US" smtClean="0"/>
              <a:pPr/>
              <a:t>2/20/2026</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2704713912"/>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ncho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B61BEF0D-F0BB-DE4B-95CE-6DB70DBA9567}" type="datetimeFigureOut">
              <a:rPr lang="en-US" smtClean="0"/>
              <a:pPr/>
              <a:t>2/20/2026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369705279"/>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9042400" y="609599"/>
            <a:ext cx="2005011" cy="5181601"/>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1141410" y="609599"/>
            <a:ext cx="7748590" cy="5181601"/>
          </a:xfrm>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B61BEF0D-F0BB-DE4B-95CE-6DB70DBA9567}" type="datetimeFigureOut">
              <a:rPr lang="en-US" smtClean="0"/>
              <a:pPr/>
              <a:t>2/20/2026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255903869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image" Target="../media/image3.png"/><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2"/>
      </p:bgRef>
    </p:bg>
    <p:spTree>
      <p:nvGrpSpPr>
        <p:cNvPr id="1" name=""/>
        <p:cNvGrpSpPr/>
        <p:nvPr/>
      </p:nvGrpSpPr>
      <p:grpSpPr>
        <a:xfrm>
          <a:off x="0" y="0"/>
          <a:ext cx="0" cy="0"/>
          <a:chOff x="0" y="0"/>
          <a:chExt cx="0" cy="0"/>
        </a:xfrm>
      </p:grpSpPr>
      <p:pic>
        <p:nvPicPr>
          <p:cNvPr id="7" name="Picture 2" descr="\\DROBO-FS\QuickDrops\JB\PPTX NG\Droplets\LightingOverlay.png"/>
          <p:cNvPicPr>
            <a:picLocks noChangeAspect="1" noChangeArrowheads="1"/>
          </p:cNvPicPr>
          <p:nvPr/>
        </p:nvPicPr>
        <p:blipFill>
          <a:blip r:embed="rId19">
            <a:alphaModFix amt="30000"/>
            <a:duotone>
              <a:prstClr val="black"/>
              <a:schemeClr val="tx2">
                <a:tint val="45000"/>
                <a:satMod val="400000"/>
              </a:schemeClr>
            </a:duotone>
            <a:extLst>
              <a:ext uri="{28A0092B-C50C-407E-A947-70E740481C1C}">
                <a14:useLocalDpi xmlns:a14="http://schemas.microsoft.com/office/drawing/2010/main" val="0"/>
              </a:ext>
            </a:extLst>
          </a:blip>
          <a:srcRect/>
          <a:stretch>
            <a:fillRect/>
          </a:stretch>
        </p:blipFill>
        <p:spPr bwMode="auto">
          <a:xfrm>
            <a:off x="0" y="-1"/>
            <a:ext cx="12192003" cy="6858001"/>
          </a:xfrm>
          <a:prstGeom prst="rect">
            <a:avLst/>
          </a:prstGeom>
          <a:noFill/>
          <a:extLst>
            <a:ext uri="{909E8E84-426E-40dd-AFC4-6F175D3DCCD1}">
              <a14:hiddenFill xmlns="" xmlns:a14="http://schemas.microsoft.com/office/drawing/2010/main">
                <a:solidFill>
                  <a:srgbClr val="FFFFFF"/>
                </a:solidFill>
              </a14:hiddenFill>
            </a:ext>
          </a:extLst>
        </p:spPr>
      </p:pic>
      <p:grpSp>
        <p:nvGrpSpPr>
          <p:cNvPr id="8" name="Group 7"/>
          <p:cNvGrpSpPr/>
          <p:nvPr/>
        </p:nvGrpSpPr>
        <p:grpSpPr>
          <a:xfrm>
            <a:off x="-14288" y="0"/>
            <a:ext cx="12053888" cy="6858001"/>
            <a:chOff x="-14288" y="0"/>
            <a:chExt cx="12053888" cy="6858001"/>
          </a:xfrm>
          <a:gradFill flip="none" rotWithShape="1">
            <a:gsLst>
              <a:gs pos="0">
                <a:schemeClr val="tx2"/>
              </a:gs>
              <a:gs pos="100000">
                <a:schemeClr val="tx2">
                  <a:lumMod val="50000"/>
                </a:schemeClr>
              </a:gs>
            </a:gsLst>
            <a:lin ang="5400000" scaled="0"/>
            <a:tileRect/>
          </a:gradFill>
        </p:grpSpPr>
        <p:grpSp>
          <p:nvGrpSpPr>
            <p:cNvPr id="9" name="Group 8"/>
            <p:cNvGrpSpPr/>
            <p:nvPr/>
          </p:nvGrpSpPr>
          <p:grpSpPr>
            <a:xfrm>
              <a:off x="-14288" y="0"/>
              <a:ext cx="1220788" cy="6858001"/>
              <a:chOff x="-14288" y="0"/>
              <a:chExt cx="1220788" cy="6858001"/>
            </a:xfrm>
            <a:grpFill/>
          </p:grpSpPr>
          <p:sp>
            <p:nvSpPr>
              <p:cNvPr id="21" name="Rectangle 5"/>
              <p:cNvSpPr>
                <a:spLocks noChangeArrowheads="1"/>
              </p:cNvSpPr>
              <p:nvPr/>
            </p:nvSpPr>
            <p:spPr bwMode="auto">
              <a:xfrm>
                <a:off x="114300" y="4763"/>
                <a:ext cx="23813" cy="2181225"/>
              </a:xfrm>
              <a:prstGeom prst="rect">
                <a:avLst/>
              </a:prstGeom>
              <a:grpFill/>
              <a:ln>
                <a:noFill/>
              </a:ln>
              <a:extLst>
                <a:ext uri="{91240B29-F687-4f45-9708-019B960494DF}">
                  <a14:hiddenLine xmlns="" xmlns:a14="http://schemas.microsoft.com/office/drawing/2010/main" w="9525">
                    <a:solidFill>
                      <a:srgbClr val="000000"/>
                    </a:solidFill>
                    <a:miter lim="800000"/>
                    <a:headEnd/>
                    <a:tailEnd/>
                  </a14:hiddenLine>
                </a:ext>
              </a:extLst>
            </p:spPr>
            <p:txBody>
              <a:bodyPr/>
              <a:lstStyle/>
              <a:p>
                <a:endParaRPr lang="en-US"/>
              </a:p>
            </p:txBody>
          </p:sp>
          <p:sp>
            <p:nvSpPr>
              <p:cNvPr id="22" name="Freeform 6"/>
              <p:cNvSpPr>
                <a:spLocks noEditPoints="1"/>
              </p:cNvSpPr>
              <p:nvPr/>
            </p:nvSpPr>
            <p:spPr bwMode="auto">
              <a:xfrm>
                <a:off x="33337" y="217646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11"/>
                      <a:pt x="28"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txBody>
              <a:bodyPr/>
              <a:lstStyle/>
              <a:p>
                <a:endParaRPr lang="en-US"/>
              </a:p>
            </p:txBody>
          </p:sp>
          <p:sp>
            <p:nvSpPr>
              <p:cNvPr id="23" name="Freeform 7"/>
              <p:cNvSpPr>
                <a:spLocks noEditPoints="1"/>
              </p:cNvSpPr>
              <p:nvPr/>
            </p:nvSpPr>
            <p:spPr bwMode="auto">
              <a:xfrm>
                <a:off x="28575" y="4021138"/>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txBody>
              <a:bodyPr/>
              <a:lstStyle/>
              <a:p>
                <a:endParaRPr lang="en-US"/>
              </a:p>
            </p:txBody>
          </p:sp>
          <p:sp>
            <p:nvSpPr>
              <p:cNvPr id="24" name="Freeform 8"/>
              <p:cNvSpPr/>
              <p:nvPr/>
            </p:nvSpPr>
            <p:spPr bwMode="auto">
              <a:xfrm>
                <a:off x="200025" y="4763"/>
                <a:ext cx="369888" cy="1811338"/>
              </a:xfrm>
              <a:custGeom>
                <a:avLst/>
                <a:gdLst/>
                <a:ahLst/>
                <a:cxnLst/>
                <a:rect l="0" t="0" r="r" b="b"/>
                <a:pathLst>
                  <a:path w="233" h="1141">
                    <a:moveTo>
                      <a:pt x="218" y="1141"/>
                    </a:moveTo>
                    <a:lnTo>
                      <a:pt x="0" y="626"/>
                    </a:lnTo>
                    <a:lnTo>
                      <a:pt x="0" y="0"/>
                    </a:lnTo>
                    <a:lnTo>
                      <a:pt x="15" y="0"/>
                    </a:lnTo>
                    <a:lnTo>
                      <a:pt x="15" y="623"/>
                    </a:lnTo>
                    <a:lnTo>
                      <a:pt x="233" y="1135"/>
                    </a:lnTo>
                    <a:lnTo>
                      <a:pt x="218" y="1141"/>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txBody>
              <a:bodyPr/>
              <a:lstStyle/>
              <a:p>
                <a:endParaRPr lang="en-US"/>
              </a:p>
            </p:txBody>
          </p:sp>
          <p:sp>
            <p:nvSpPr>
              <p:cNvPr id="25" name="Freeform 9"/>
              <p:cNvSpPr>
                <a:spLocks noEditPoints="1"/>
              </p:cNvSpPr>
              <p:nvPr/>
            </p:nvSpPr>
            <p:spPr bwMode="auto">
              <a:xfrm>
                <a:off x="503237" y="1801813"/>
                <a:ext cx="190500" cy="188913"/>
              </a:xfrm>
              <a:custGeom>
                <a:avLst/>
                <a:gdLst/>
                <a:ahLst/>
                <a:cxnLst/>
                <a:rect l="0" t="0" r="r" b="b"/>
                <a:pathLst>
                  <a:path w="40" h="40">
                    <a:moveTo>
                      <a:pt x="20" y="40"/>
                    </a:moveTo>
                    <a:cubicBezTo>
                      <a:pt x="9" y="40"/>
                      <a:pt x="0" y="31"/>
                      <a:pt x="0" y="20"/>
                    </a:cubicBezTo>
                    <a:cubicBezTo>
                      <a:pt x="0" y="9"/>
                      <a:pt x="9" y="0"/>
                      <a:pt x="20" y="0"/>
                    </a:cubicBezTo>
                    <a:cubicBezTo>
                      <a:pt x="33" y="0"/>
                      <a:pt x="40" y="6"/>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9"/>
                      <a:pt x="31"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txBody>
              <a:bodyPr/>
              <a:lstStyle/>
              <a:p>
                <a:endParaRPr lang="en-US"/>
              </a:p>
            </p:txBody>
          </p:sp>
          <p:sp>
            <p:nvSpPr>
              <p:cNvPr id="26" name="Freeform 10"/>
              <p:cNvSpPr/>
              <p:nvPr/>
            </p:nvSpPr>
            <p:spPr bwMode="auto">
              <a:xfrm>
                <a:off x="285750" y="4763"/>
                <a:ext cx="369888" cy="1430338"/>
              </a:xfrm>
              <a:custGeom>
                <a:avLst/>
                <a:gdLst/>
                <a:ahLst/>
                <a:cxnLst/>
                <a:rect l="0" t="0" r="r" b="b"/>
                <a:pathLst>
                  <a:path w="233" h="901">
                    <a:moveTo>
                      <a:pt x="221" y="901"/>
                    </a:moveTo>
                    <a:lnTo>
                      <a:pt x="0" y="383"/>
                    </a:lnTo>
                    <a:lnTo>
                      <a:pt x="0" y="0"/>
                    </a:lnTo>
                    <a:lnTo>
                      <a:pt x="18" y="0"/>
                    </a:lnTo>
                    <a:lnTo>
                      <a:pt x="18" y="380"/>
                    </a:lnTo>
                    <a:lnTo>
                      <a:pt x="233" y="895"/>
                    </a:lnTo>
                    <a:lnTo>
                      <a:pt x="221" y="901"/>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txBody>
              <a:bodyPr/>
              <a:lstStyle/>
              <a:p>
                <a:endParaRPr lang="en-US"/>
              </a:p>
            </p:txBody>
          </p:sp>
          <p:sp>
            <p:nvSpPr>
              <p:cNvPr id="27" name="Freeform 11"/>
              <p:cNvSpPr/>
              <p:nvPr/>
            </p:nvSpPr>
            <p:spPr bwMode="auto">
              <a:xfrm>
                <a:off x="546100" y="0"/>
                <a:ext cx="152400" cy="912813"/>
              </a:xfrm>
              <a:custGeom>
                <a:avLst/>
                <a:gdLst/>
                <a:ahLst/>
                <a:cxnLst/>
                <a:rect l="0" t="0" r="r" b="b"/>
                <a:pathLst>
                  <a:path w="96" h="575">
                    <a:moveTo>
                      <a:pt x="96" y="575"/>
                    </a:moveTo>
                    <a:lnTo>
                      <a:pt x="78" y="575"/>
                    </a:lnTo>
                    <a:lnTo>
                      <a:pt x="78" y="192"/>
                    </a:lnTo>
                    <a:lnTo>
                      <a:pt x="0" y="6"/>
                    </a:lnTo>
                    <a:lnTo>
                      <a:pt x="15" y="0"/>
                    </a:lnTo>
                    <a:lnTo>
                      <a:pt x="96" y="189"/>
                    </a:lnTo>
                    <a:lnTo>
                      <a:pt x="96" y="575"/>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txBody>
              <a:bodyPr/>
              <a:lstStyle/>
              <a:p>
                <a:endParaRPr lang="en-US"/>
              </a:p>
            </p:txBody>
          </p:sp>
          <p:sp>
            <p:nvSpPr>
              <p:cNvPr id="28" name="Freeform 12"/>
              <p:cNvSpPr>
                <a:spLocks noEditPoints="1"/>
              </p:cNvSpPr>
              <p:nvPr/>
            </p:nvSpPr>
            <p:spPr bwMode="auto">
              <a:xfrm>
                <a:off x="588962" y="1420813"/>
                <a:ext cx="190500" cy="190500"/>
              </a:xfrm>
              <a:custGeom>
                <a:avLst/>
                <a:gdLst/>
                <a:ahLst/>
                <a:cxnLst/>
                <a:rect l="0" t="0" r="r" b="b"/>
                <a:pathLst>
                  <a:path w="40" h="40">
                    <a:moveTo>
                      <a:pt x="20" y="40"/>
                    </a:moveTo>
                    <a:cubicBezTo>
                      <a:pt x="9" y="40"/>
                      <a:pt x="0" y="31"/>
                      <a:pt x="0" y="20"/>
                    </a:cubicBezTo>
                    <a:cubicBezTo>
                      <a:pt x="0" y="9"/>
                      <a:pt x="9" y="0"/>
                      <a:pt x="20" y="0"/>
                    </a:cubicBezTo>
                    <a:cubicBezTo>
                      <a:pt x="33" y="0"/>
                      <a:pt x="40" y="7"/>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9"/>
                      <a:pt x="31"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txBody>
              <a:bodyPr/>
              <a:lstStyle/>
              <a:p>
                <a:endParaRPr lang="en-US"/>
              </a:p>
            </p:txBody>
          </p:sp>
          <p:sp>
            <p:nvSpPr>
              <p:cNvPr id="29" name="Freeform 13"/>
              <p:cNvSpPr>
                <a:spLocks noEditPoints="1"/>
              </p:cNvSpPr>
              <p:nvPr/>
            </p:nvSpPr>
            <p:spPr bwMode="auto">
              <a:xfrm>
                <a:off x="588962" y="903288"/>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txBody>
              <a:bodyPr/>
              <a:lstStyle/>
              <a:p>
                <a:endParaRPr lang="en-US"/>
              </a:p>
            </p:txBody>
          </p:sp>
          <p:sp>
            <p:nvSpPr>
              <p:cNvPr id="30" name="Freeform 14"/>
              <p:cNvSpPr/>
              <p:nvPr/>
            </p:nvSpPr>
            <p:spPr bwMode="auto">
              <a:xfrm>
                <a:off x="641350" y="0"/>
                <a:ext cx="422275" cy="527050"/>
              </a:xfrm>
              <a:custGeom>
                <a:avLst/>
                <a:gdLst/>
                <a:ahLst/>
                <a:cxnLst/>
                <a:rect l="0" t="0" r="r" b="b"/>
                <a:pathLst>
                  <a:path w="266" h="332">
                    <a:moveTo>
                      <a:pt x="257" y="332"/>
                    </a:moveTo>
                    <a:lnTo>
                      <a:pt x="48" y="123"/>
                    </a:lnTo>
                    <a:lnTo>
                      <a:pt x="0" y="6"/>
                    </a:lnTo>
                    <a:lnTo>
                      <a:pt x="15" y="0"/>
                    </a:lnTo>
                    <a:lnTo>
                      <a:pt x="63" y="114"/>
                    </a:lnTo>
                    <a:lnTo>
                      <a:pt x="266" y="320"/>
                    </a:lnTo>
                    <a:lnTo>
                      <a:pt x="257" y="332"/>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txBody>
              <a:bodyPr/>
              <a:lstStyle/>
              <a:p>
                <a:endParaRPr lang="en-US"/>
              </a:p>
            </p:txBody>
          </p:sp>
          <p:sp>
            <p:nvSpPr>
              <p:cNvPr id="31" name="Freeform 15"/>
              <p:cNvSpPr>
                <a:spLocks noEditPoints="1"/>
              </p:cNvSpPr>
              <p:nvPr/>
            </p:nvSpPr>
            <p:spPr bwMode="auto">
              <a:xfrm>
                <a:off x="1020762" y="488950"/>
                <a:ext cx="161925" cy="147638"/>
              </a:xfrm>
              <a:custGeom>
                <a:avLst/>
                <a:gdLst/>
                <a:ahLst/>
                <a:cxnLst/>
                <a:rect l="0" t="0" r="r" b="b"/>
                <a:pathLst>
                  <a:path w="34" h="31">
                    <a:moveTo>
                      <a:pt x="17" y="31"/>
                    </a:moveTo>
                    <a:cubicBezTo>
                      <a:pt x="13" y="31"/>
                      <a:pt x="9" y="30"/>
                      <a:pt x="6" y="27"/>
                    </a:cubicBezTo>
                    <a:cubicBezTo>
                      <a:pt x="0" y="20"/>
                      <a:pt x="0" y="10"/>
                      <a:pt x="6" y="4"/>
                    </a:cubicBezTo>
                    <a:cubicBezTo>
                      <a:pt x="9" y="1"/>
                      <a:pt x="13" y="0"/>
                      <a:pt x="17" y="0"/>
                    </a:cubicBezTo>
                    <a:cubicBezTo>
                      <a:pt x="21" y="0"/>
                      <a:pt x="25" y="1"/>
                      <a:pt x="28" y="4"/>
                    </a:cubicBezTo>
                    <a:cubicBezTo>
                      <a:pt x="34" y="10"/>
                      <a:pt x="34" y="20"/>
                      <a:pt x="28" y="27"/>
                    </a:cubicBezTo>
                    <a:cubicBezTo>
                      <a:pt x="25" y="30"/>
                      <a:pt x="21" y="31"/>
                      <a:pt x="17" y="31"/>
                    </a:cubicBezTo>
                    <a:close/>
                    <a:moveTo>
                      <a:pt x="17" y="4"/>
                    </a:moveTo>
                    <a:cubicBezTo>
                      <a:pt x="14" y="4"/>
                      <a:pt x="11" y="5"/>
                      <a:pt x="9" y="7"/>
                    </a:cubicBezTo>
                    <a:cubicBezTo>
                      <a:pt x="4" y="12"/>
                      <a:pt x="4" y="19"/>
                      <a:pt x="9" y="24"/>
                    </a:cubicBezTo>
                    <a:cubicBezTo>
                      <a:pt x="11" y="26"/>
                      <a:pt x="14" y="27"/>
                      <a:pt x="17" y="27"/>
                    </a:cubicBezTo>
                    <a:cubicBezTo>
                      <a:pt x="20" y="27"/>
                      <a:pt x="23" y="26"/>
                      <a:pt x="25" y="24"/>
                    </a:cubicBezTo>
                    <a:cubicBezTo>
                      <a:pt x="30" y="19"/>
                      <a:pt x="30" y="12"/>
                      <a:pt x="25" y="7"/>
                    </a:cubicBezTo>
                    <a:cubicBezTo>
                      <a:pt x="23" y="5"/>
                      <a:pt x="20" y="4"/>
                      <a:pt x="17"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txBody>
              <a:bodyPr/>
              <a:lstStyle/>
              <a:p>
                <a:endParaRPr lang="en-US"/>
              </a:p>
            </p:txBody>
          </p:sp>
          <p:sp>
            <p:nvSpPr>
              <p:cNvPr id="32" name="Line 16"/>
              <p:cNvSpPr>
                <a:spLocks noChangeShapeType="1"/>
              </p:cNvSpPr>
              <p:nvPr/>
            </p:nvSpPr>
            <p:spPr bwMode="auto">
              <a:xfrm>
                <a:off x="-4763" y="9525"/>
                <a:ext cx="0" cy="0"/>
              </a:xfrm>
              <a:prstGeom prst="line">
                <a:avLst/>
              </a:prstGeom>
              <a:grpFill/>
              <a:ln w="15" cap="flat">
                <a:solidFill>
                  <a:srgbClr val="FFFFFF"/>
                </a:solidFill>
                <a:prstDash val="solid"/>
                <a:miter lim="800000"/>
                <a:headEnd/>
                <a:tailEnd/>
              </a:ln>
            </p:spPr>
            <p:txBody>
              <a:bodyPr/>
              <a:lstStyle/>
              <a:p>
                <a:endParaRPr lang="en-US"/>
              </a:p>
            </p:txBody>
          </p:sp>
          <p:sp>
            <p:nvSpPr>
              <p:cNvPr id="33" name="Freeform 17"/>
              <p:cNvSpPr/>
              <p:nvPr/>
            </p:nvSpPr>
            <p:spPr bwMode="auto">
              <a:xfrm>
                <a:off x="9525" y="1801813"/>
                <a:ext cx="123825" cy="127000"/>
              </a:xfrm>
              <a:custGeom>
                <a:avLst/>
                <a:gdLst/>
                <a:ahLst/>
                <a:cxnLst/>
                <a:rect l="0" t="0" r="r" b="b"/>
                <a:pathLst>
                  <a:path w="78" h="80">
                    <a:moveTo>
                      <a:pt x="6" y="80"/>
                    </a:moveTo>
                    <a:lnTo>
                      <a:pt x="0" y="71"/>
                    </a:lnTo>
                    <a:lnTo>
                      <a:pt x="69" y="0"/>
                    </a:lnTo>
                    <a:lnTo>
                      <a:pt x="78" y="9"/>
                    </a:lnTo>
                    <a:lnTo>
                      <a:pt x="6" y="80"/>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txBody>
              <a:bodyPr/>
              <a:lstStyle/>
              <a:p>
                <a:endParaRPr lang="en-US"/>
              </a:p>
            </p:txBody>
          </p:sp>
          <p:sp>
            <p:nvSpPr>
              <p:cNvPr id="34" name="Freeform 18"/>
              <p:cNvSpPr/>
              <p:nvPr/>
            </p:nvSpPr>
            <p:spPr bwMode="auto">
              <a:xfrm>
                <a:off x="-9525" y="3549650"/>
                <a:ext cx="147638" cy="481013"/>
              </a:xfrm>
              <a:custGeom>
                <a:avLst/>
                <a:gdLst/>
                <a:ahLst/>
                <a:cxnLst/>
                <a:rect l="0" t="0" r="r" b="b"/>
                <a:pathLst>
                  <a:path w="93" h="303">
                    <a:moveTo>
                      <a:pt x="93" y="303"/>
                    </a:moveTo>
                    <a:lnTo>
                      <a:pt x="78" y="303"/>
                    </a:lnTo>
                    <a:lnTo>
                      <a:pt x="78" y="78"/>
                    </a:lnTo>
                    <a:lnTo>
                      <a:pt x="0" y="12"/>
                    </a:lnTo>
                    <a:lnTo>
                      <a:pt x="12" y="0"/>
                    </a:lnTo>
                    <a:lnTo>
                      <a:pt x="93" y="69"/>
                    </a:lnTo>
                    <a:lnTo>
                      <a:pt x="93" y="303"/>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txBody>
              <a:bodyPr/>
              <a:lstStyle/>
              <a:p>
                <a:endParaRPr lang="en-US"/>
              </a:p>
            </p:txBody>
          </p:sp>
          <p:sp>
            <p:nvSpPr>
              <p:cNvPr id="35" name="Freeform 19"/>
              <p:cNvSpPr/>
              <p:nvPr/>
            </p:nvSpPr>
            <p:spPr bwMode="auto">
              <a:xfrm>
                <a:off x="128587" y="1382713"/>
                <a:ext cx="142875" cy="476250"/>
              </a:xfrm>
              <a:custGeom>
                <a:avLst/>
                <a:gdLst/>
                <a:ahLst/>
                <a:cxnLst/>
                <a:rect l="0" t="0" r="r" b="b"/>
                <a:pathLst>
                  <a:path w="90" h="300">
                    <a:moveTo>
                      <a:pt x="90" y="300"/>
                    </a:moveTo>
                    <a:lnTo>
                      <a:pt x="78" y="300"/>
                    </a:lnTo>
                    <a:lnTo>
                      <a:pt x="78" y="84"/>
                    </a:lnTo>
                    <a:lnTo>
                      <a:pt x="0" y="9"/>
                    </a:lnTo>
                    <a:lnTo>
                      <a:pt x="9" y="0"/>
                    </a:lnTo>
                    <a:lnTo>
                      <a:pt x="90" y="81"/>
                    </a:lnTo>
                    <a:lnTo>
                      <a:pt x="90" y="300"/>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txBody>
              <a:bodyPr/>
              <a:lstStyle/>
              <a:p>
                <a:endParaRPr lang="en-US"/>
              </a:p>
            </p:txBody>
          </p:sp>
          <p:sp>
            <p:nvSpPr>
              <p:cNvPr id="36" name="Freeform 20"/>
              <p:cNvSpPr>
                <a:spLocks noEditPoints="1"/>
              </p:cNvSpPr>
              <p:nvPr/>
            </p:nvSpPr>
            <p:spPr bwMode="auto">
              <a:xfrm>
                <a:off x="204787" y="1849438"/>
                <a:ext cx="114300" cy="107950"/>
              </a:xfrm>
              <a:custGeom>
                <a:avLst/>
                <a:gdLst/>
                <a:ahLst/>
                <a:cxnLst/>
                <a:rect l="0" t="0" r="r" b="b"/>
                <a:pathLst>
                  <a:path w="24" h="23">
                    <a:moveTo>
                      <a:pt x="12" y="23"/>
                    </a:moveTo>
                    <a:cubicBezTo>
                      <a:pt x="6" y="23"/>
                      <a:pt x="0" y="18"/>
                      <a:pt x="0" y="12"/>
                    </a:cubicBezTo>
                    <a:cubicBezTo>
                      <a:pt x="0" y="5"/>
                      <a:pt x="6" y="0"/>
                      <a:pt x="12" y="0"/>
                    </a:cubicBezTo>
                    <a:cubicBezTo>
                      <a:pt x="18" y="0"/>
                      <a:pt x="24" y="5"/>
                      <a:pt x="24" y="12"/>
                    </a:cubicBezTo>
                    <a:cubicBezTo>
                      <a:pt x="24" y="18"/>
                      <a:pt x="18" y="23"/>
                      <a:pt x="12" y="23"/>
                    </a:cubicBezTo>
                    <a:close/>
                    <a:moveTo>
                      <a:pt x="12" y="4"/>
                    </a:moveTo>
                    <a:cubicBezTo>
                      <a:pt x="8" y="4"/>
                      <a:pt x="4" y="8"/>
                      <a:pt x="4" y="12"/>
                    </a:cubicBezTo>
                    <a:cubicBezTo>
                      <a:pt x="4" y="16"/>
                      <a:pt x="8" y="19"/>
                      <a:pt x="12" y="19"/>
                    </a:cubicBezTo>
                    <a:cubicBezTo>
                      <a:pt x="16" y="19"/>
                      <a:pt x="20" y="16"/>
                      <a:pt x="20" y="12"/>
                    </a:cubicBezTo>
                    <a:cubicBezTo>
                      <a:pt x="20" y="8"/>
                      <a:pt x="16" y="4"/>
                      <a:pt x="12"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txBody>
              <a:bodyPr/>
              <a:lstStyle/>
              <a:p>
                <a:endParaRPr lang="en-US"/>
              </a:p>
            </p:txBody>
          </p:sp>
          <p:sp>
            <p:nvSpPr>
              <p:cNvPr id="37" name="Rectangle 21"/>
              <p:cNvSpPr>
                <a:spLocks noChangeArrowheads="1"/>
              </p:cNvSpPr>
              <p:nvPr/>
            </p:nvSpPr>
            <p:spPr bwMode="auto">
              <a:xfrm>
                <a:off x="133350" y="4662488"/>
                <a:ext cx="23813" cy="2181225"/>
              </a:xfrm>
              <a:prstGeom prst="rect">
                <a:avLst/>
              </a:prstGeom>
              <a:grpFill/>
              <a:ln>
                <a:noFill/>
              </a:ln>
              <a:extLst>
                <a:ext uri="{91240B29-F687-4f45-9708-019B960494DF}">
                  <a14:hiddenLine xmlns="" xmlns:a14="http://schemas.microsoft.com/office/drawing/2010/main" w="9525">
                    <a:solidFill>
                      <a:srgbClr val="000000"/>
                    </a:solidFill>
                    <a:miter lim="800000"/>
                    <a:headEnd/>
                    <a:tailEnd/>
                  </a14:hiddenLine>
                </a:ext>
              </a:extLst>
            </p:spPr>
            <p:txBody>
              <a:bodyPr/>
              <a:lstStyle/>
              <a:p>
                <a:endParaRPr lang="en-US"/>
              </a:p>
            </p:txBody>
          </p:sp>
          <p:sp>
            <p:nvSpPr>
              <p:cNvPr id="38" name="Freeform 22"/>
              <p:cNvSpPr/>
              <p:nvPr/>
            </p:nvSpPr>
            <p:spPr bwMode="auto">
              <a:xfrm>
                <a:off x="223837" y="5041900"/>
                <a:ext cx="369888" cy="1801813"/>
              </a:xfrm>
              <a:custGeom>
                <a:avLst/>
                <a:gdLst/>
                <a:ahLst/>
                <a:cxnLst/>
                <a:rect l="0" t="0" r="r" b="b"/>
                <a:pathLst>
                  <a:path w="233" h="1135">
                    <a:moveTo>
                      <a:pt x="15" y="1135"/>
                    </a:moveTo>
                    <a:lnTo>
                      <a:pt x="0" y="1135"/>
                    </a:lnTo>
                    <a:lnTo>
                      <a:pt x="0" y="515"/>
                    </a:lnTo>
                    <a:lnTo>
                      <a:pt x="0" y="512"/>
                    </a:lnTo>
                    <a:lnTo>
                      <a:pt x="218" y="0"/>
                    </a:lnTo>
                    <a:lnTo>
                      <a:pt x="233" y="6"/>
                    </a:lnTo>
                    <a:lnTo>
                      <a:pt x="15" y="518"/>
                    </a:lnTo>
                    <a:lnTo>
                      <a:pt x="15" y="1135"/>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txBody>
              <a:bodyPr/>
              <a:lstStyle/>
              <a:p>
                <a:endParaRPr lang="en-US"/>
              </a:p>
            </p:txBody>
          </p:sp>
          <p:sp>
            <p:nvSpPr>
              <p:cNvPr id="39" name="Freeform 23"/>
              <p:cNvSpPr>
                <a:spLocks noEditPoints="1"/>
              </p:cNvSpPr>
              <p:nvPr/>
            </p:nvSpPr>
            <p:spPr bwMode="auto">
              <a:xfrm>
                <a:off x="52387" y="448151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11"/>
                      <a:pt x="28"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txBody>
              <a:bodyPr/>
              <a:lstStyle/>
              <a:p>
                <a:endParaRPr lang="en-US"/>
              </a:p>
            </p:txBody>
          </p:sp>
          <p:sp>
            <p:nvSpPr>
              <p:cNvPr id="40" name="Freeform 24"/>
              <p:cNvSpPr/>
              <p:nvPr/>
            </p:nvSpPr>
            <p:spPr bwMode="auto">
              <a:xfrm>
                <a:off x="-14288" y="5627688"/>
                <a:ext cx="85725" cy="1216025"/>
              </a:xfrm>
              <a:custGeom>
                <a:avLst/>
                <a:gdLst/>
                <a:ahLst/>
                <a:cxnLst/>
                <a:rect l="0" t="0" r="r" b="b"/>
                <a:pathLst>
                  <a:path w="54" h="766">
                    <a:moveTo>
                      <a:pt x="54" y="766"/>
                    </a:moveTo>
                    <a:lnTo>
                      <a:pt x="36" y="766"/>
                    </a:lnTo>
                    <a:lnTo>
                      <a:pt x="36" y="149"/>
                    </a:lnTo>
                    <a:lnTo>
                      <a:pt x="0" y="3"/>
                    </a:lnTo>
                    <a:lnTo>
                      <a:pt x="18" y="0"/>
                    </a:lnTo>
                    <a:lnTo>
                      <a:pt x="54" y="146"/>
                    </a:lnTo>
                    <a:lnTo>
                      <a:pt x="54" y="766"/>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txBody>
              <a:bodyPr/>
              <a:lstStyle/>
              <a:p>
                <a:endParaRPr lang="en-US"/>
              </a:p>
            </p:txBody>
          </p:sp>
          <p:sp>
            <p:nvSpPr>
              <p:cNvPr id="41" name="Freeform 25"/>
              <p:cNvSpPr>
                <a:spLocks noEditPoints="1"/>
              </p:cNvSpPr>
              <p:nvPr/>
            </p:nvSpPr>
            <p:spPr bwMode="auto">
              <a:xfrm>
                <a:off x="527050" y="4867275"/>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txBody>
              <a:bodyPr/>
              <a:lstStyle/>
              <a:p>
                <a:endParaRPr lang="en-US"/>
              </a:p>
            </p:txBody>
          </p:sp>
          <p:sp>
            <p:nvSpPr>
              <p:cNvPr id="42" name="Freeform 26"/>
              <p:cNvSpPr/>
              <p:nvPr/>
            </p:nvSpPr>
            <p:spPr bwMode="auto">
              <a:xfrm>
                <a:off x="309562" y="5422900"/>
                <a:ext cx="374650" cy="1425575"/>
              </a:xfrm>
              <a:custGeom>
                <a:avLst/>
                <a:gdLst/>
                <a:ahLst/>
                <a:cxnLst/>
                <a:rect l="0" t="0" r="r" b="b"/>
                <a:pathLst>
                  <a:path w="236" h="898">
                    <a:moveTo>
                      <a:pt x="18" y="898"/>
                    </a:moveTo>
                    <a:lnTo>
                      <a:pt x="0" y="898"/>
                    </a:lnTo>
                    <a:lnTo>
                      <a:pt x="0" y="515"/>
                    </a:lnTo>
                    <a:lnTo>
                      <a:pt x="3" y="512"/>
                    </a:lnTo>
                    <a:lnTo>
                      <a:pt x="221" y="0"/>
                    </a:lnTo>
                    <a:lnTo>
                      <a:pt x="236" y="6"/>
                    </a:lnTo>
                    <a:lnTo>
                      <a:pt x="18" y="518"/>
                    </a:lnTo>
                    <a:lnTo>
                      <a:pt x="18" y="898"/>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txBody>
              <a:bodyPr/>
              <a:lstStyle/>
              <a:p>
                <a:endParaRPr lang="en-US"/>
              </a:p>
            </p:txBody>
          </p:sp>
          <p:sp>
            <p:nvSpPr>
              <p:cNvPr id="43" name="Freeform 27"/>
              <p:cNvSpPr/>
              <p:nvPr/>
            </p:nvSpPr>
            <p:spPr bwMode="auto">
              <a:xfrm>
                <a:off x="569912" y="5945188"/>
                <a:ext cx="152400" cy="912813"/>
              </a:xfrm>
              <a:custGeom>
                <a:avLst/>
                <a:gdLst/>
                <a:ahLst/>
                <a:cxnLst/>
                <a:rect l="0" t="0" r="r" b="b"/>
                <a:pathLst>
                  <a:path w="96" h="575">
                    <a:moveTo>
                      <a:pt x="15" y="575"/>
                    </a:moveTo>
                    <a:lnTo>
                      <a:pt x="0" y="569"/>
                    </a:lnTo>
                    <a:lnTo>
                      <a:pt x="81" y="383"/>
                    </a:lnTo>
                    <a:lnTo>
                      <a:pt x="81" y="0"/>
                    </a:lnTo>
                    <a:lnTo>
                      <a:pt x="96" y="0"/>
                    </a:lnTo>
                    <a:lnTo>
                      <a:pt x="96" y="386"/>
                    </a:lnTo>
                    <a:lnTo>
                      <a:pt x="15" y="575"/>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txBody>
              <a:bodyPr/>
              <a:lstStyle/>
              <a:p>
                <a:endParaRPr lang="en-US"/>
              </a:p>
            </p:txBody>
          </p:sp>
          <p:sp>
            <p:nvSpPr>
              <p:cNvPr id="44" name="Freeform 28"/>
              <p:cNvSpPr>
                <a:spLocks noEditPoints="1"/>
              </p:cNvSpPr>
              <p:nvPr/>
            </p:nvSpPr>
            <p:spPr bwMode="auto">
              <a:xfrm>
                <a:off x="612775" y="5246688"/>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txBody>
              <a:bodyPr/>
              <a:lstStyle/>
              <a:p>
                <a:endParaRPr lang="en-US"/>
              </a:p>
            </p:txBody>
          </p:sp>
          <p:sp>
            <p:nvSpPr>
              <p:cNvPr id="45" name="Freeform 29"/>
              <p:cNvSpPr>
                <a:spLocks noEditPoints="1"/>
              </p:cNvSpPr>
              <p:nvPr/>
            </p:nvSpPr>
            <p:spPr bwMode="auto">
              <a:xfrm>
                <a:off x="612775" y="576421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txBody>
              <a:bodyPr/>
              <a:lstStyle/>
              <a:p>
                <a:endParaRPr lang="en-US"/>
              </a:p>
            </p:txBody>
          </p:sp>
          <p:sp>
            <p:nvSpPr>
              <p:cNvPr id="46" name="Freeform 30"/>
              <p:cNvSpPr/>
              <p:nvPr/>
            </p:nvSpPr>
            <p:spPr bwMode="auto">
              <a:xfrm>
                <a:off x="669925" y="6330950"/>
                <a:ext cx="417513" cy="517525"/>
              </a:xfrm>
              <a:custGeom>
                <a:avLst/>
                <a:gdLst/>
                <a:ahLst/>
                <a:cxnLst/>
                <a:rect l="0" t="0" r="r" b="b"/>
                <a:pathLst>
                  <a:path w="263" h="326">
                    <a:moveTo>
                      <a:pt x="15" y="326"/>
                    </a:moveTo>
                    <a:lnTo>
                      <a:pt x="0" y="320"/>
                    </a:lnTo>
                    <a:lnTo>
                      <a:pt x="45" y="206"/>
                    </a:lnTo>
                    <a:lnTo>
                      <a:pt x="48" y="206"/>
                    </a:lnTo>
                    <a:lnTo>
                      <a:pt x="254" y="0"/>
                    </a:lnTo>
                    <a:lnTo>
                      <a:pt x="263" y="12"/>
                    </a:lnTo>
                    <a:lnTo>
                      <a:pt x="60" y="215"/>
                    </a:lnTo>
                    <a:lnTo>
                      <a:pt x="15" y="326"/>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txBody>
              <a:bodyPr/>
              <a:lstStyle/>
              <a:p>
                <a:endParaRPr lang="en-US"/>
              </a:p>
            </p:txBody>
          </p:sp>
          <p:sp>
            <p:nvSpPr>
              <p:cNvPr id="47" name="Freeform 31"/>
              <p:cNvSpPr>
                <a:spLocks noEditPoints="1"/>
              </p:cNvSpPr>
              <p:nvPr/>
            </p:nvSpPr>
            <p:spPr bwMode="auto">
              <a:xfrm>
                <a:off x="1049337" y="6221413"/>
                <a:ext cx="157163" cy="147638"/>
              </a:xfrm>
              <a:custGeom>
                <a:avLst/>
                <a:gdLst/>
                <a:ahLst/>
                <a:cxnLst/>
                <a:rect l="0" t="0" r="r" b="b"/>
                <a:pathLst>
                  <a:path w="33" h="31">
                    <a:moveTo>
                      <a:pt x="16" y="31"/>
                    </a:moveTo>
                    <a:cubicBezTo>
                      <a:pt x="12" y="31"/>
                      <a:pt x="8" y="29"/>
                      <a:pt x="5" y="26"/>
                    </a:cubicBezTo>
                    <a:cubicBezTo>
                      <a:pt x="2" y="24"/>
                      <a:pt x="0" y="20"/>
                      <a:pt x="0" y="15"/>
                    </a:cubicBezTo>
                    <a:cubicBezTo>
                      <a:pt x="0" y="11"/>
                      <a:pt x="2" y="7"/>
                      <a:pt x="5" y="4"/>
                    </a:cubicBezTo>
                    <a:cubicBezTo>
                      <a:pt x="8" y="1"/>
                      <a:pt x="12" y="0"/>
                      <a:pt x="16" y="0"/>
                    </a:cubicBezTo>
                    <a:cubicBezTo>
                      <a:pt x="20" y="0"/>
                      <a:pt x="24" y="1"/>
                      <a:pt x="27" y="4"/>
                    </a:cubicBezTo>
                    <a:cubicBezTo>
                      <a:pt x="33" y="10"/>
                      <a:pt x="33" y="20"/>
                      <a:pt x="27" y="26"/>
                    </a:cubicBezTo>
                    <a:cubicBezTo>
                      <a:pt x="24" y="29"/>
                      <a:pt x="20" y="31"/>
                      <a:pt x="16" y="31"/>
                    </a:cubicBezTo>
                    <a:close/>
                    <a:moveTo>
                      <a:pt x="16" y="4"/>
                    </a:moveTo>
                    <a:cubicBezTo>
                      <a:pt x="13" y="4"/>
                      <a:pt x="10" y="5"/>
                      <a:pt x="8" y="7"/>
                    </a:cubicBezTo>
                    <a:cubicBezTo>
                      <a:pt x="6" y="9"/>
                      <a:pt x="4" y="12"/>
                      <a:pt x="4" y="15"/>
                    </a:cubicBezTo>
                    <a:cubicBezTo>
                      <a:pt x="4" y="19"/>
                      <a:pt x="6" y="21"/>
                      <a:pt x="8" y="24"/>
                    </a:cubicBezTo>
                    <a:cubicBezTo>
                      <a:pt x="10" y="26"/>
                      <a:pt x="13" y="27"/>
                      <a:pt x="16" y="27"/>
                    </a:cubicBezTo>
                    <a:cubicBezTo>
                      <a:pt x="19" y="27"/>
                      <a:pt x="22" y="26"/>
                      <a:pt x="24" y="24"/>
                    </a:cubicBezTo>
                    <a:cubicBezTo>
                      <a:pt x="29" y="19"/>
                      <a:pt x="29" y="12"/>
                      <a:pt x="24" y="7"/>
                    </a:cubicBezTo>
                    <a:cubicBezTo>
                      <a:pt x="22" y="5"/>
                      <a:pt x="19" y="4"/>
                      <a:pt x="16"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txBody>
              <a:bodyPr/>
              <a:lstStyle/>
              <a:p>
                <a:endParaRPr lang="en-US"/>
              </a:p>
            </p:txBody>
          </p:sp>
        </p:grpSp>
        <p:grpSp>
          <p:nvGrpSpPr>
            <p:cNvPr id="10" name="Group 9"/>
            <p:cNvGrpSpPr/>
            <p:nvPr/>
          </p:nvGrpSpPr>
          <p:grpSpPr>
            <a:xfrm>
              <a:off x="11364912" y="0"/>
              <a:ext cx="674688" cy="6848476"/>
              <a:chOff x="11364912" y="0"/>
              <a:chExt cx="674688" cy="6848476"/>
            </a:xfrm>
            <a:grpFill/>
          </p:grpSpPr>
          <p:sp>
            <p:nvSpPr>
              <p:cNvPr id="11" name="Freeform 32"/>
              <p:cNvSpPr/>
              <p:nvPr/>
            </p:nvSpPr>
            <p:spPr bwMode="auto">
              <a:xfrm>
                <a:off x="11483975" y="0"/>
                <a:ext cx="417513" cy="512763"/>
              </a:xfrm>
              <a:custGeom>
                <a:avLst/>
                <a:gdLst/>
                <a:ahLst/>
                <a:cxnLst/>
                <a:rect l="0" t="0" r="r" b="b"/>
                <a:pathLst>
                  <a:path w="263" h="323">
                    <a:moveTo>
                      <a:pt x="12" y="323"/>
                    </a:moveTo>
                    <a:lnTo>
                      <a:pt x="0" y="314"/>
                    </a:lnTo>
                    <a:lnTo>
                      <a:pt x="203" y="108"/>
                    </a:lnTo>
                    <a:lnTo>
                      <a:pt x="248" y="0"/>
                    </a:lnTo>
                    <a:lnTo>
                      <a:pt x="263" y="6"/>
                    </a:lnTo>
                    <a:lnTo>
                      <a:pt x="218" y="117"/>
                    </a:lnTo>
                    <a:lnTo>
                      <a:pt x="218" y="117"/>
                    </a:lnTo>
                    <a:lnTo>
                      <a:pt x="12" y="323"/>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txBody>
              <a:bodyPr/>
              <a:lstStyle/>
              <a:p>
                <a:endParaRPr lang="en-US"/>
              </a:p>
            </p:txBody>
          </p:sp>
          <p:sp>
            <p:nvSpPr>
              <p:cNvPr id="12" name="Freeform 33"/>
              <p:cNvSpPr>
                <a:spLocks noEditPoints="1"/>
              </p:cNvSpPr>
              <p:nvPr/>
            </p:nvSpPr>
            <p:spPr bwMode="auto">
              <a:xfrm>
                <a:off x="11364912" y="474663"/>
                <a:ext cx="157163" cy="152400"/>
              </a:xfrm>
              <a:custGeom>
                <a:avLst/>
                <a:gdLst/>
                <a:ahLst/>
                <a:cxnLst/>
                <a:rect l="0" t="0" r="r" b="b"/>
                <a:pathLst>
                  <a:path w="33" h="32">
                    <a:moveTo>
                      <a:pt x="17" y="32"/>
                    </a:moveTo>
                    <a:cubicBezTo>
                      <a:pt x="13" y="32"/>
                      <a:pt x="9" y="30"/>
                      <a:pt x="6" y="27"/>
                    </a:cubicBezTo>
                    <a:cubicBezTo>
                      <a:pt x="0" y="21"/>
                      <a:pt x="0" y="11"/>
                      <a:pt x="6" y="5"/>
                    </a:cubicBezTo>
                    <a:cubicBezTo>
                      <a:pt x="9" y="2"/>
                      <a:pt x="13" y="0"/>
                      <a:pt x="17" y="0"/>
                    </a:cubicBezTo>
                    <a:cubicBezTo>
                      <a:pt x="21" y="0"/>
                      <a:pt x="25" y="2"/>
                      <a:pt x="28" y="5"/>
                    </a:cubicBezTo>
                    <a:cubicBezTo>
                      <a:pt x="31" y="8"/>
                      <a:pt x="33" y="12"/>
                      <a:pt x="33" y="16"/>
                    </a:cubicBezTo>
                    <a:cubicBezTo>
                      <a:pt x="33" y="20"/>
                      <a:pt x="31" y="24"/>
                      <a:pt x="28" y="27"/>
                    </a:cubicBezTo>
                    <a:cubicBezTo>
                      <a:pt x="25" y="30"/>
                      <a:pt x="21" y="32"/>
                      <a:pt x="17" y="32"/>
                    </a:cubicBezTo>
                    <a:close/>
                    <a:moveTo>
                      <a:pt x="17" y="4"/>
                    </a:moveTo>
                    <a:cubicBezTo>
                      <a:pt x="14" y="4"/>
                      <a:pt x="11" y="6"/>
                      <a:pt x="9" y="8"/>
                    </a:cubicBezTo>
                    <a:cubicBezTo>
                      <a:pt x="4" y="12"/>
                      <a:pt x="4" y="20"/>
                      <a:pt x="9" y="24"/>
                    </a:cubicBezTo>
                    <a:cubicBezTo>
                      <a:pt x="11" y="27"/>
                      <a:pt x="14" y="28"/>
                      <a:pt x="17" y="28"/>
                    </a:cubicBezTo>
                    <a:cubicBezTo>
                      <a:pt x="20" y="28"/>
                      <a:pt x="23" y="27"/>
                      <a:pt x="26" y="24"/>
                    </a:cubicBezTo>
                    <a:cubicBezTo>
                      <a:pt x="30" y="20"/>
                      <a:pt x="30" y="12"/>
                      <a:pt x="26" y="8"/>
                    </a:cubicBezTo>
                    <a:cubicBezTo>
                      <a:pt x="23" y="6"/>
                      <a:pt x="20" y="4"/>
                      <a:pt x="17"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txBody>
              <a:bodyPr/>
              <a:lstStyle/>
              <a:p>
                <a:endParaRPr lang="en-US"/>
              </a:p>
            </p:txBody>
          </p:sp>
          <p:sp>
            <p:nvSpPr>
              <p:cNvPr id="13" name="Freeform 34"/>
              <p:cNvSpPr>
                <a:spLocks noEditPoints="1"/>
              </p:cNvSpPr>
              <p:nvPr/>
            </p:nvSpPr>
            <p:spPr bwMode="auto">
              <a:xfrm>
                <a:off x="11631612" y="1539875"/>
                <a:ext cx="188913"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txBody>
              <a:bodyPr/>
              <a:lstStyle/>
              <a:p>
                <a:endParaRPr lang="en-US"/>
              </a:p>
            </p:txBody>
          </p:sp>
          <p:sp>
            <p:nvSpPr>
              <p:cNvPr id="14" name="Freeform 35"/>
              <p:cNvSpPr/>
              <p:nvPr/>
            </p:nvSpPr>
            <p:spPr bwMode="auto">
              <a:xfrm>
                <a:off x="11531600" y="5694363"/>
                <a:ext cx="298450" cy="1154113"/>
              </a:xfrm>
              <a:custGeom>
                <a:avLst/>
                <a:gdLst/>
                <a:ahLst/>
                <a:cxnLst/>
                <a:rect l="0" t="0" r="r" b="b"/>
                <a:pathLst>
                  <a:path w="188" h="727">
                    <a:moveTo>
                      <a:pt x="15" y="727"/>
                    </a:moveTo>
                    <a:lnTo>
                      <a:pt x="0" y="727"/>
                    </a:lnTo>
                    <a:lnTo>
                      <a:pt x="0" y="407"/>
                    </a:lnTo>
                    <a:lnTo>
                      <a:pt x="0" y="407"/>
                    </a:lnTo>
                    <a:lnTo>
                      <a:pt x="176" y="0"/>
                    </a:lnTo>
                    <a:lnTo>
                      <a:pt x="188" y="6"/>
                    </a:lnTo>
                    <a:lnTo>
                      <a:pt x="15" y="410"/>
                    </a:lnTo>
                    <a:lnTo>
                      <a:pt x="15" y="727"/>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txBody>
              <a:bodyPr/>
              <a:lstStyle/>
              <a:p>
                <a:endParaRPr lang="en-US"/>
              </a:p>
            </p:txBody>
          </p:sp>
          <p:sp>
            <p:nvSpPr>
              <p:cNvPr id="15" name="Freeform 36"/>
              <p:cNvSpPr>
                <a:spLocks noEditPoints="1"/>
              </p:cNvSpPr>
              <p:nvPr/>
            </p:nvSpPr>
            <p:spPr bwMode="auto">
              <a:xfrm>
                <a:off x="11772900" y="5551488"/>
                <a:ext cx="157163" cy="155575"/>
              </a:xfrm>
              <a:custGeom>
                <a:avLst/>
                <a:gdLst/>
                <a:ahLst/>
                <a:cxnLst/>
                <a:rect l="0" t="0" r="r" b="b"/>
                <a:pathLst>
                  <a:path w="33" h="33">
                    <a:moveTo>
                      <a:pt x="17" y="33"/>
                    </a:moveTo>
                    <a:cubicBezTo>
                      <a:pt x="8" y="33"/>
                      <a:pt x="0" y="25"/>
                      <a:pt x="0" y="16"/>
                    </a:cubicBezTo>
                    <a:cubicBezTo>
                      <a:pt x="0" y="7"/>
                      <a:pt x="8" y="0"/>
                      <a:pt x="17" y="0"/>
                    </a:cubicBezTo>
                    <a:cubicBezTo>
                      <a:pt x="26" y="0"/>
                      <a:pt x="33" y="7"/>
                      <a:pt x="33" y="16"/>
                    </a:cubicBezTo>
                    <a:cubicBezTo>
                      <a:pt x="33" y="25"/>
                      <a:pt x="26" y="33"/>
                      <a:pt x="17" y="33"/>
                    </a:cubicBezTo>
                    <a:close/>
                    <a:moveTo>
                      <a:pt x="17" y="4"/>
                    </a:moveTo>
                    <a:cubicBezTo>
                      <a:pt x="10" y="4"/>
                      <a:pt x="4" y="9"/>
                      <a:pt x="4" y="16"/>
                    </a:cubicBezTo>
                    <a:cubicBezTo>
                      <a:pt x="4" y="23"/>
                      <a:pt x="10" y="29"/>
                      <a:pt x="17" y="29"/>
                    </a:cubicBezTo>
                    <a:cubicBezTo>
                      <a:pt x="23" y="29"/>
                      <a:pt x="29" y="23"/>
                      <a:pt x="29" y="16"/>
                    </a:cubicBezTo>
                    <a:cubicBezTo>
                      <a:pt x="29" y="9"/>
                      <a:pt x="23" y="4"/>
                      <a:pt x="17"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txBody>
              <a:bodyPr/>
              <a:lstStyle/>
              <a:p>
                <a:endParaRPr lang="en-US"/>
              </a:p>
            </p:txBody>
          </p:sp>
          <p:sp>
            <p:nvSpPr>
              <p:cNvPr id="16" name="Freeform 37"/>
              <p:cNvSpPr/>
              <p:nvPr/>
            </p:nvSpPr>
            <p:spPr bwMode="auto">
              <a:xfrm>
                <a:off x="11710987" y="4763"/>
                <a:ext cx="304800" cy="1544638"/>
              </a:xfrm>
              <a:custGeom>
                <a:avLst/>
                <a:gdLst/>
                <a:ahLst/>
                <a:cxnLst/>
                <a:rect l="0" t="0" r="r" b="b"/>
                <a:pathLst>
                  <a:path w="192" h="973">
                    <a:moveTo>
                      <a:pt x="15" y="973"/>
                    </a:moveTo>
                    <a:lnTo>
                      <a:pt x="0" y="973"/>
                    </a:lnTo>
                    <a:lnTo>
                      <a:pt x="0" y="790"/>
                    </a:lnTo>
                    <a:lnTo>
                      <a:pt x="174" y="614"/>
                    </a:lnTo>
                    <a:lnTo>
                      <a:pt x="174" y="0"/>
                    </a:lnTo>
                    <a:lnTo>
                      <a:pt x="192" y="0"/>
                    </a:lnTo>
                    <a:lnTo>
                      <a:pt x="192" y="620"/>
                    </a:lnTo>
                    <a:lnTo>
                      <a:pt x="15" y="796"/>
                    </a:lnTo>
                    <a:lnTo>
                      <a:pt x="15" y="973"/>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txBody>
              <a:bodyPr/>
              <a:lstStyle/>
              <a:p>
                <a:endParaRPr lang="en-US"/>
              </a:p>
            </p:txBody>
          </p:sp>
          <p:sp>
            <p:nvSpPr>
              <p:cNvPr id="17" name="Freeform 38"/>
              <p:cNvSpPr>
                <a:spLocks noEditPoints="1"/>
              </p:cNvSpPr>
              <p:nvPr/>
            </p:nvSpPr>
            <p:spPr bwMode="auto">
              <a:xfrm>
                <a:off x="11636375" y="4867275"/>
                <a:ext cx="188913"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txBody>
              <a:bodyPr/>
              <a:lstStyle/>
              <a:p>
                <a:endParaRPr lang="en-US"/>
              </a:p>
            </p:txBody>
          </p:sp>
          <p:sp>
            <p:nvSpPr>
              <p:cNvPr id="18" name="Freeform 39"/>
              <p:cNvSpPr/>
              <p:nvPr/>
            </p:nvSpPr>
            <p:spPr bwMode="auto">
              <a:xfrm>
                <a:off x="11441112" y="5046663"/>
                <a:ext cx="307975" cy="1801813"/>
              </a:xfrm>
              <a:custGeom>
                <a:avLst/>
                <a:gdLst/>
                <a:ahLst/>
                <a:cxnLst/>
                <a:rect l="0" t="0" r="r" b="b"/>
                <a:pathLst>
                  <a:path w="194" h="1135">
                    <a:moveTo>
                      <a:pt x="18" y="1135"/>
                    </a:moveTo>
                    <a:lnTo>
                      <a:pt x="0" y="1135"/>
                    </a:lnTo>
                    <a:lnTo>
                      <a:pt x="0" y="354"/>
                    </a:lnTo>
                    <a:lnTo>
                      <a:pt x="176" y="177"/>
                    </a:lnTo>
                    <a:lnTo>
                      <a:pt x="176" y="0"/>
                    </a:lnTo>
                    <a:lnTo>
                      <a:pt x="194" y="0"/>
                    </a:lnTo>
                    <a:lnTo>
                      <a:pt x="194" y="183"/>
                    </a:lnTo>
                    <a:lnTo>
                      <a:pt x="18" y="360"/>
                    </a:lnTo>
                    <a:lnTo>
                      <a:pt x="18" y="1135"/>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txBody>
              <a:bodyPr/>
              <a:lstStyle/>
              <a:p>
                <a:endParaRPr lang="en-US"/>
              </a:p>
            </p:txBody>
          </p:sp>
          <p:sp>
            <p:nvSpPr>
              <p:cNvPr id="19" name="Freeform 40"/>
              <p:cNvSpPr>
                <a:spLocks noEditPoints="1"/>
              </p:cNvSpPr>
              <p:nvPr/>
            </p:nvSpPr>
            <p:spPr bwMode="auto">
              <a:xfrm>
                <a:off x="11849100" y="6416675"/>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txBody>
              <a:bodyPr/>
              <a:lstStyle/>
              <a:p>
                <a:endParaRPr lang="en-US"/>
              </a:p>
            </p:txBody>
          </p:sp>
          <p:sp>
            <p:nvSpPr>
              <p:cNvPr id="20" name="Rectangle 41"/>
              <p:cNvSpPr>
                <a:spLocks noChangeArrowheads="1"/>
              </p:cNvSpPr>
              <p:nvPr/>
            </p:nvSpPr>
            <p:spPr bwMode="auto">
              <a:xfrm>
                <a:off x="11939587" y="6596063"/>
                <a:ext cx="23813" cy="252413"/>
              </a:xfrm>
              <a:prstGeom prst="rect">
                <a:avLst/>
              </a:prstGeom>
              <a:grpFill/>
              <a:ln>
                <a:noFill/>
              </a:ln>
              <a:extLst>
                <a:ext uri="{91240B29-F687-4f45-9708-019B960494DF}">
                  <a14:hiddenLine xmlns="" xmlns:a14="http://schemas.microsoft.com/office/drawing/2010/main" w="9525">
                    <a:solidFill>
                      <a:srgbClr val="000000"/>
                    </a:solidFill>
                    <a:miter lim="800000"/>
                    <a:headEnd/>
                    <a:tailEnd/>
                  </a14:hiddenLine>
                </a:ext>
              </a:extLst>
            </p:spPr>
            <p:txBody>
              <a:bodyPr/>
              <a:lstStyle/>
              <a:p>
                <a:endParaRPr lang="en-US"/>
              </a:p>
            </p:txBody>
          </p:sp>
        </p:grpSp>
      </p:grpSp>
      <p:sp>
        <p:nvSpPr>
          <p:cNvPr id="2" name="Title Placeholder 1"/>
          <p:cNvSpPr>
            <a:spLocks noGrp="1"/>
          </p:cNvSpPr>
          <p:nvPr>
            <p:ph type="title"/>
          </p:nvPr>
        </p:nvSpPr>
        <p:spPr>
          <a:xfrm>
            <a:off x="1141413" y="618518"/>
            <a:ext cx="9905998" cy="1478570"/>
          </a:xfrm>
          <a:prstGeom prst="rect">
            <a:avLst/>
          </a:prstGeom>
        </p:spPr>
        <p:txBody>
          <a:bodyPr vert="horz" lIns="91440" tIns="45720" rIns="91440" bIns="45720" rtlCol="0" anchor="ctr">
            <a:normAutofit/>
          </a:bodyPr>
          <a:lstStyle/>
          <a:p>
            <a:endParaRPr lang="en-US" dirty="0"/>
          </a:p>
        </p:txBody>
      </p:sp>
      <p:sp>
        <p:nvSpPr>
          <p:cNvPr id="3" name="Text Placeholder 2"/>
          <p:cNvSpPr>
            <a:spLocks noGrp="1"/>
          </p:cNvSpPr>
          <p:nvPr>
            <p:ph type="body" idx="1"/>
          </p:nvPr>
        </p:nvSpPr>
        <p:spPr>
          <a:xfrm>
            <a:off x="1141412" y="2249487"/>
            <a:ext cx="9905999" cy="3541714"/>
          </a:xfrm>
          <a:prstGeom prst="rect">
            <a:avLst/>
          </a:prstGeom>
        </p:spPr>
        <p:txBody>
          <a:bodyPr vert="horz" lIns="91440" tIns="45720" rIns="91440" bIns="45720" rtlCol="0">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7456921" y="5883276"/>
            <a:ext cx="2743200" cy="365125"/>
          </a:xfrm>
          <a:prstGeom prst="rect">
            <a:avLst/>
          </a:prstGeom>
        </p:spPr>
        <p:txBody>
          <a:bodyPr vert="horz" lIns="91440" tIns="45720" rIns="91440" bIns="45720" rtlCol="0" anchor="ctr"/>
          <a:lstStyle>
            <a:lvl1pPr algn="r">
              <a:defRPr sz="1050">
                <a:solidFill>
                  <a:schemeClr val="tx1">
                    <a:tint val="75000"/>
                  </a:schemeClr>
                </a:solidFill>
              </a:defRPr>
            </a:lvl1pPr>
          </a:lstStyle>
          <a:p>
            <a:fld id="{B61BEF0D-F0BB-DE4B-95CE-6DB70DBA9567}" type="datetimeFigureOut">
              <a:rPr lang="en-US" smtClean="0"/>
              <a:pPr/>
              <a:t>2/20/2026</a:t>
            </a:fld>
            <a:endParaRPr lang="en-US" dirty="0"/>
          </a:p>
        </p:txBody>
      </p:sp>
      <p:sp>
        <p:nvSpPr>
          <p:cNvPr id="5" name="Footer Placeholder 4"/>
          <p:cNvSpPr>
            <a:spLocks noGrp="1"/>
          </p:cNvSpPr>
          <p:nvPr>
            <p:ph type="ftr" sz="quarter" idx="3"/>
          </p:nvPr>
        </p:nvSpPr>
        <p:spPr>
          <a:xfrm>
            <a:off x="1141411" y="5883275"/>
            <a:ext cx="6239309" cy="365125"/>
          </a:xfrm>
          <a:prstGeom prst="rect">
            <a:avLst/>
          </a:prstGeom>
        </p:spPr>
        <p:txBody>
          <a:bodyPr vert="horz" lIns="91440" tIns="45720" rIns="91440" bIns="45720" rtlCol="0" anchor="ctr"/>
          <a:lstStyle>
            <a:lvl1pPr algn="l">
              <a:defRPr sz="1050" cap="all" baseline="0">
                <a:solidFill>
                  <a:schemeClr val="tx1">
                    <a:tint val="75000"/>
                  </a:schemeClr>
                </a:solidFill>
              </a:defRPr>
            </a:lvl1pPr>
          </a:lstStyle>
          <a:p>
            <a:endParaRPr lang="en-US" dirty="0"/>
          </a:p>
        </p:txBody>
      </p:sp>
      <p:sp>
        <p:nvSpPr>
          <p:cNvPr id="6" name="Slide Number Placeholder 5"/>
          <p:cNvSpPr>
            <a:spLocks noGrp="1"/>
          </p:cNvSpPr>
          <p:nvPr>
            <p:ph type="sldNum" sz="quarter" idx="4"/>
          </p:nvPr>
        </p:nvSpPr>
        <p:spPr>
          <a:xfrm>
            <a:off x="10276321" y="5883274"/>
            <a:ext cx="771089" cy="365125"/>
          </a:xfrm>
          <a:prstGeom prst="rect">
            <a:avLst/>
          </a:prstGeom>
        </p:spPr>
        <p:txBody>
          <a:bodyPr vert="horz" lIns="91440" tIns="45720" rIns="91440" bIns="45720" rtlCol="0" anchor="ctr"/>
          <a:lstStyle>
            <a:lvl1pPr algn="r">
              <a:defRPr sz="1050">
                <a:solidFill>
                  <a:schemeClr val="tx1">
                    <a:tint val="75000"/>
                  </a:schemeClr>
                </a:solidFill>
              </a:defRPr>
            </a:lvl1p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1069295798"/>
      </p:ext>
    </p:extLst>
  </p:cSld>
  <p:clrMap bg1="dk1" tx1="lt1" bg2="dk2" tx2="lt2" accent1="accent1" accent2="accent2" accent3="accent3" accent4="accent4" accent5="accent5" accent6="accent6" hlink="hlink" folHlink="folHlink"/>
  <p:sldLayoutIdLst>
    <p:sldLayoutId id="2147483689" r:id="rId1"/>
    <p:sldLayoutId id="2147483690" r:id="rId2"/>
    <p:sldLayoutId id="2147483691" r:id="rId3"/>
    <p:sldLayoutId id="2147483692" r:id="rId4"/>
    <p:sldLayoutId id="2147483693" r:id="rId5"/>
    <p:sldLayoutId id="2147483694" r:id="rId6"/>
    <p:sldLayoutId id="2147483695" r:id="rId7"/>
    <p:sldLayoutId id="2147483696" r:id="rId8"/>
    <p:sldLayoutId id="2147483697" r:id="rId9"/>
    <p:sldLayoutId id="2147483698" r:id="rId10"/>
    <p:sldLayoutId id="2147483699" r:id="rId11"/>
    <p:sldLayoutId id="2147483700" r:id="rId12"/>
    <p:sldLayoutId id="2147483701" r:id="rId13"/>
    <p:sldLayoutId id="2147483702" r:id="rId14"/>
    <p:sldLayoutId id="2147483703" r:id="rId15"/>
    <p:sldLayoutId id="2147483704" r:id="rId16"/>
    <p:sldLayoutId id="2147483705" r:id="rId17"/>
  </p:sldLayoutIdLst>
  <p:txStyles>
    <p:titleStyle>
      <a:lvl1pPr algn="l" defTabSz="914400" rtl="0" eaLnBrk="1" latinLnBrk="0" hangingPunct="1">
        <a:lnSpc>
          <a:spcPct val="90000"/>
        </a:lnSpc>
        <a:spcBef>
          <a:spcPct val="0"/>
        </a:spcBef>
        <a:buNone/>
        <a:defRPr sz="3600" kern="1200" cap="all" baseline="0">
          <a:solidFill>
            <a:schemeClr val="tx1"/>
          </a:solidFill>
          <a:latin typeface="+mj-lt"/>
          <a:ea typeface="+mj-ea"/>
          <a:cs typeface="+mj-cs"/>
        </a:defRPr>
      </a:lvl1pPr>
    </p:titleStyle>
    <p:bodyStyle>
      <a:lvl1pPr marL="228600" indent="-228600" algn="l" defTabSz="914400" rtl="0" eaLnBrk="1" latinLnBrk="0" hangingPunct="1">
        <a:lnSpc>
          <a:spcPct val="120000"/>
        </a:lnSpc>
        <a:spcBef>
          <a:spcPts val="1000"/>
        </a:spcBef>
        <a:buSzPct val="125000"/>
        <a:buFont typeface="Arial" panose="020B0604020202020204" pitchFamily="34" charset="0"/>
        <a:buChar char="•"/>
        <a:defRPr sz="2400" kern="1200">
          <a:solidFill>
            <a:schemeClr val="tx1"/>
          </a:solidFill>
          <a:latin typeface="+mn-lt"/>
          <a:ea typeface="+mn-ea"/>
          <a:cs typeface="+mn-cs"/>
        </a:defRPr>
      </a:lvl1pPr>
      <a:lvl2pPr marL="685800" indent="-228600" algn="l" defTabSz="914400" rtl="0" eaLnBrk="1" latinLnBrk="0" hangingPunct="1">
        <a:lnSpc>
          <a:spcPct val="120000"/>
        </a:lnSpc>
        <a:spcBef>
          <a:spcPts val="500"/>
        </a:spcBef>
        <a:buSzPct val="125000"/>
        <a:buFont typeface="Arial" panose="020B0604020202020204" pitchFamily="34" charset="0"/>
        <a:buChar char="•"/>
        <a:defRPr sz="2000" kern="1200">
          <a:solidFill>
            <a:schemeClr val="tx1"/>
          </a:solidFill>
          <a:latin typeface="+mn-lt"/>
          <a:ea typeface="+mn-ea"/>
          <a:cs typeface="+mn-cs"/>
        </a:defRPr>
      </a:lvl2pPr>
      <a:lvl3pPr marL="1143000" indent="-228600" algn="l" defTabSz="914400" rtl="0" eaLnBrk="1" latinLnBrk="0" hangingPunct="1">
        <a:lnSpc>
          <a:spcPct val="120000"/>
        </a:lnSpc>
        <a:spcBef>
          <a:spcPts val="500"/>
        </a:spcBef>
        <a:buSzPct val="125000"/>
        <a:buFont typeface="Arial" panose="020B0604020202020204" pitchFamily="34" charset="0"/>
        <a:buChar char="•"/>
        <a:defRPr sz="1800" kern="1200">
          <a:solidFill>
            <a:schemeClr val="tx1"/>
          </a:solidFill>
          <a:latin typeface="+mn-lt"/>
          <a:ea typeface="+mn-ea"/>
          <a:cs typeface="+mn-cs"/>
        </a:defRPr>
      </a:lvl3pPr>
      <a:lvl4pPr marL="1600200" indent="-228600" algn="l" defTabSz="914400" rtl="0" eaLnBrk="1" latinLnBrk="0" hangingPunct="1">
        <a:lnSpc>
          <a:spcPct val="120000"/>
        </a:lnSpc>
        <a:spcBef>
          <a:spcPts val="500"/>
        </a:spcBef>
        <a:buSzPct val="125000"/>
        <a:buFont typeface="Arial" panose="020B0604020202020204" pitchFamily="34" charset="0"/>
        <a:buChar char="•"/>
        <a:defRPr sz="1600" kern="1200">
          <a:solidFill>
            <a:schemeClr val="tx1"/>
          </a:solidFill>
          <a:latin typeface="+mn-lt"/>
          <a:ea typeface="+mn-ea"/>
          <a:cs typeface="+mn-cs"/>
        </a:defRPr>
      </a:lvl4pPr>
      <a:lvl5pPr marL="2057400" indent="-228600" algn="l" defTabSz="914400" rtl="0" eaLnBrk="1" latinLnBrk="0" hangingPunct="1">
        <a:lnSpc>
          <a:spcPct val="120000"/>
        </a:lnSpc>
        <a:spcBef>
          <a:spcPts val="500"/>
        </a:spcBef>
        <a:buSzPct val="125000"/>
        <a:buFont typeface="Arial" panose="020B0604020202020204" pitchFamily="34" charset="0"/>
        <a:buChar char="•"/>
        <a:defRPr sz="1600" kern="1200">
          <a:solidFill>
            <a:schemeClr val="tx1"/>
          </a:solidFill>
          <a:latin typeface="+mn-lt"/>
          <a:ea typeface="+mn-ea"/>
          <a:cs typeface="+mn-cs"/>
        </a:defRPr>
      </a:lvl5pPr>
      <a:lvl6pPr marL="25146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6pPr>
      <a:lvl7pPr marL="29718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7pPr>
      <a:lvl8pPr marL="34290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8pPr>
      <a:lvl9pPr marL="38862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8.xml.rels><?xml version="1.0" encoding="UTF-8" standalone="yes"?>
<Relationships xmlns="http://schemas.openxmlformats.org/package/2006/relationships"><Relationship Id="rId2" Type="http://schemas.openxmlformats.org/officeDocument/2006/relationships/image" Target="../media/image5.emf"/><Relationship Id="rId1" Type="http://schemas.openxmlformats.org/officeDocument/2006/relationships/slideLayout" Target="../slideLayouts/slideLayout6.xml"/></Relationships>
</file>

<file path=ppt/slides/_rels/slide9.xml.rels><?xml version="1.0" encoding="UTF-8" standalone="yes"?>
<Relationships xmlns="http://schemas.openxmlformats.org/package/2006/relationships"><Relationship Id="rId2" Type="http://schemas.openxmlformats.org/officeDocument/2006/relationships/image" Target="../media/image6.emf"/><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11.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6.xml"/></Relationships>
</file>

<file path=ppt/slides/_rels/slide12.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2" Type="http://schemas.openxmlformats.org/officeDocument/2006/relationships/image" Target="../media/image14.jpg"/><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7A070EAD-1DCD-4F3D-BA84-799B891A0E1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1999" cy="6858001"/>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1">
            <a:extLst>
              <a:ext uri="{FF2B5EF4-FFF2-40B4-BE49-F238E27FC236}">
                <a16:creationId xmlns:a16="http://schemas.microsoft.com/office/drawing/2014/main" id="{CA184660-59CF-4775-82D5-540FED518DEA}"/>
              </a:ext>
            </a:extLst>
          </p:cNvPr>
          <p:cNvSpPr>
            <a:spLocks noGrp="1"/>
          </p:cNvSpPr>
          <p:nvPr>
            <p:ph type="ctrTitle"/>
          </p:nvPr>
        </p:nvSpPr>
        <p:spPr>
          <a:xfrm>
            <a:off x="1781176" y="653258"/>
            <a:ext cx="9029699" cy="3027360"/>
          </a:xfrm>
        </p:spPr>
        <p:txBody>
          <a:bodyPr>
            <a:normAutofit/>
          </a:bodyPr>
          <a:lstStyle/>
          <a:p>
            <a:r>
              <a:rPr lang="en-IN" sz="5400" b="1" dirty="0"/>
              <a:t>Dual steganography</a:t>
            </a:r>
            <a:r>
              <a:rPr lang="en-IN" sz="5400" dirty="0"/>
              <a:t> </a:t>
            </a:r>
            <a:r>
              <a:rPr lang="en-IN" sz="5400" b="1" dirty="0"/>
              <a:t>for hiding text in video using linked list method</a:t>
            </a:r>
          </a:p>
        </p:txBody>
      </p:sp>
      <p:sp>
        <p:nvSpPr>
          <p:cNvPr id="3" name="Subtitle 2">
            <a:extLst>
              <a:ext uri="{FF2B5EF4-FFF2-40B4-BE49-F238E27FC236}">
                <a16:creationId xmlns:a16="http://schemas.microsoft.com/office/drawing/2014/main" id="{F041AC01-B29A-4D4C-94D3-1CD3B2176514}"/>
              </a:ext>
            </a:extLst>
          </p:cNvPr>
          <p:cNvSpPr>
            <a:spLocks noGrp="1"/>
          </p:cNvSpPr>
          <p:nvPr>
            <p:ph type="subTitle" idx="1"/>
          </p:nvPr>
        </p:nvSpPr>
        <p:spPr>
          <a:xfrm>
            <a:off x="7925234" y="5059938"/>
            <a:ext cx="3038041" cy="1108075"/>
          </a:xfrm>
        </p:spPr>
        <p:txBody>
          <a:bodyPr>
            <a:normAutofit/>
          </a:bodyPr>
          <a:lstStyle/>
          <a:p>
            <a:r>
              <a:rPr lang="en-IN" sz="2400" dirty="0">
                <a:solidFill>
                  <a:schemeClr val="tx1"/>
                </a:solidFill>
              </a:rPr>
              <a:t>JYOTHIKA UDUGULA</a:t>
            </a:r>
          </a:p>
        </p:txBody>
      </p:sp>
      <p:grpSp>
        <p:nvGrpSpPr>
          <p:cNvPr id="10" name="Group 9">
            <a:extLst>
              <a:ext uri="{FF2B5EF4-FFF2-40B4-BE49-F238E27FC236}">
                <a16:creationId xmlns:a16="http://schemas.microsoft.com/office/drawing/2014/main" id="{DE471E13-6104-4637-8A8F-B545529B1D11}"/>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0" y="0"/>
            <a:ext cx="2305051" cy="6858001"/>
            <a:chOff x="0" y="0"/>
            <a:chExt cx="2305051" cy="6858001"/>
          </a:xfrm>
          <a:gradFill flip="none" rotWithShape="1">
            <a:gsLst>
              <a:gs pos="0">
                <a:schemeClr val="tx2">
                  <a:alpha val="60000"/>
                </a:schemeClr>
              </a:gs>
              <a:gs pos="100000">
                <a:schemeClr val="bg2">
                  <a:lumMod val="60000"/>
                  <a:lumOff val="40000"/>
                  <a:alpha val="80000"/>
                </a:schemeClr>
              </a:gs>
            </a:gsLst>
            <a:lin ang="5400000" scaled="0"/>
            <a:tileRect/>
          </a:gradFill>
        </p:grpSpPr>
        <p:sp>
          <p:nvSpPr>
            <p:cNvPr id="5" name="Rectangle 5">
              <a:extLst>
                <a:ext uri="{FF2B5EF4-FFF2-40B4-BE49-F238E27FC236}">
                  <a16:creationId xmlns:a16="http://schemas.microsoft.com/office/drawing/2014/main" id="{802F412D-6781-427D-AB79-09FD610CCE5F}"/>
                </a:ext>
                <a:ext uri="{C183D7F6-B498-43B3-948B-1728B52AA6E4}">
                  <adec:decorative xmlns:adec="http://schemas.microsoft.com/office/drawing/2017/decorative" val="1"/>
                </a:ext>
              </a:extLst>
            </p:cNvPr>
            <p:cNvSpPr>
              <a:spLocks noChangeArrowheads="1"/>
            </p:cNvSpPr>
            <p:nvPr>
              <p:extLst>
                <p:ext uri="{386F3935-93C4-4BCD-93E2-E3B085C9AB24}">
                  <p16:designElem xmlns:p16="http://schemas.microsoft.com/office/powerpoint/2015/main" val="1"/>
                </p:ext>
              </p:extLst>
            </p:nvPr>
          </p:nvSpPr>
          <p:spPr bwMode="auto">
            <a:xfrm>
              <a:off x="1209675" y="4763"/>
              <a:ext cx="23813" cy="2181225"/>
            </a:xfrm>
            <a:prstGeom prst="rect">
              <a:avLst/>
            </a:pr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miter lim="800000"/>
                  <a:headEnd/>
                  <a:tailEnd/>
                </a14:hiddenLine>
              </a:ext>
            </a:extLst>
          </p:spPr>
          <p:txBody>
            <a:bodyPr/>
            <a:lstStyle/>
            <a:p>
              <a:endParaRPr lang="en-US"/>
            </a:p>
          </p:txBody>
        </p:sp>
        <p:sp>
          <p:nvSpPr>
            <p:cNvPr id="6" name="Freeform 6">
              <a:extLst>
                <a:ext uri="{FF2B5EF4-FFF2-40B4-BE49-F238E27FC236}">
                  <a16:creationId xmlns:a16="http://schemas.microsoft.com/office/drawing/2014/main" id="{8471B962-D824-43CE-B5DD-704B305B285F}"/>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1128713" y="217646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11"/>
                    <a:pt x="28" y="4"/>
                    <a:pt x="20" y="4"/>
                  </a:cubicBez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en-US"/>
            </a:p>
          </p:txBody>
        </p:sp>
        <p:sp>
          <p:nvSpPr>
            <p:cNvPr id="7" name="Freeform 7">
              <a:extLst>
                <a:ext uri="{FF2B5EF4-FFF2-40B4-BE49-F238E27FC236}">
                  <a16:creationId xmlns:a16="http://schemas.microsoft.com/office/drawing/2014/main" id="{ED60EBD3-FA75-460B-AFBD-3F234A0CAA1F}"/>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1123950" y="4021138"/>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en-US"/>
            </a:p>
          </p:txBody>
        </p:sp>
        <p:sp>
          <p:nvSpPr>
            <p:cNvPr id="9" name="Rectangle 8">
              <a:extLst>
                <a:ext uri="{FF2B5EF4-FFF2-40B4-BE49-F238E27FC236}">
                  <a16:creationId xmlns:a16="http://schemas.microsoft.com/office/drawing/2014/main" id="{D0791244-FBF2-49D9-BDBC-E2E58C86B4DB}"/>
                </a:ext>
                <a:ext uri="{C183D7F6-B498-43B3-948B-1728B52AA6E4}">
                  <adec:decorative xmlns:adec="http://schemas.microsoft.com/office/drawing/2017/decorative" val="1"/>
                </a:ext>
              </a:extLst>
            </p:cNvPr>
            <p:cNvSpPr>
              <a:spLocks noChangeArrowheads="1"/>
            </p:cNvSpPr>
            <p:nvPr>
              <p:extLst>
                <p:ext uri="{386F3935-93C4-4BCD-93E2-E3B085C9AB24}">
                  <p16:designElem xmlns:p16="http://schemas.microsoft.com/office/powerpoint/2015/main" val="1"/>
                </p:ext>
              </p:extLst>
            </p:nvPr>
          </p:nvSpPr>
          <p:spPr bwMode="auto">
            <a:xfrm>
              <a:off x="414338" y="9525"/>
              <a:ext cx="28575" cy="4481513"/>
            </a:xfrm>
            <a:prstGeom prst="rect">
              <a:avLst/>
            </a:pr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miter lim="800000"/>
                  <a:headEnd/>
                  <a:tailEnd/>
                </a14:hiddenLine>
              </a:ext>
            </a:extLst>
          </p:spPr>
          <p:txBody>
            <a:bodyPr/>
            <a:lstStyle/>
            <a:p>
              <a:endParaRPr lang="en-US"/>
            </a:p>
          </p:txBody>
        </p:sp>
        <p:sp>
          <p:nvSpPr>
            <p:cNvPr id="65" name="Freeform 9">
              <a:extLst>
                <a:ext uri="{FF2B5EF4-FFF2-40B4-BE49-F238E27FC236}">
                  <a16:creationId xmlns:a16="http://schemas.microsoft.com/office/drawing/2014/main" id="{FEE4C4B1-195C-40F5-A78F-2EB7ED6E6FA6}"/>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333375" y="448151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en-US"/>
            </a:p>
          </p:txBody>
        </p:sp>
        <p:sp>
          <p:nvSpPr>
            <p:cNvPr id="66" name="Freeform 10">
              <a:extLst>
                <a:ext uri="{FF2B5EF4-FFF2-40B4-BE49-F238E27FC236}">
                  <a16:creationId xmlns:a16="http://schemas.microsoft.com/office/drawing/2014/main" id="{22766AF8-3850-41E4-80D0-321D9A13D16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90500" y="9525"/>
              <a:ext cx="152400" cy="908050"/>
            </a:xfrm>
            <a:custGeom>
              <a:avLst/>
              <a:gdLst/>
              <a:ahLst/>
              <a:cxnLst/>
              <a:rect l="0" t="0" r="r" b="b"/>
              <a:pathLst>
                <a:path w="96" h="572">
                  <a:moveTo>
                    <a:pt x="15" y="572"/>
                  </a:moveTo>
                  <a:lnTo>
                    <a:pt x="0" y="566"/>
                  </a:lnTo>
                  <a:lnTo>
                    <a:pt x="81" y="380"/>
                  </a:lnTo>
                  <a:lnTo>
                    <a:pt x="81" y="0"/>
                  </a:lnTo>
                  <a:lnTo>
                    <a:pt x="96" y="0"/>
                  </a:lnTo>
                  <a:lnTo>
                    <a:pt x="96" y="383"/>
                  </a:lnTo>
                  <a:lnTo>
                    <a:pt x="15" y="572"/>
                  </a:ln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en-US"/>
            </a:p>
          </p:txBody>
        </p:sp>
        <p:sp>
          <p:nvSpPr>
            <p:cNvPr id="67" name="Freeform 11">
              <a:extLst>
                <a:ext uri="{FF2B5EF4-FFF2-40B4-BE49-F238E27FC236}">
                  <a16:creationId xmlns:a16="http://schemas.microsoft.com/office/drawing/2014/main" id="{8834F8EE-AB04-42FE-AE7B-3E9C6ACA0E9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290638" y="14288"/>
              <a:ext cx="376238" cy="1801813"/>
            </a:xfrm>
            <a:custGeom>
              <a:avLst/>
              <a:gdLst/>
              <a:ahLst/>
              <a:cxnLst/>
              <a:rect l="0" t="0" r="r" b="b"/>
              <a:pathLst>
                <a:path w="237" h="1135">
                  <a:moveTo>
                    <a:pt x="222" y="1135"/>
                  </a:moveTo>
                  <a:lnTo>
                    <a:pt x="0" y="620"/>
                  </a:lnTo>
                  <a:lnTo>
                    <a:pt x="0" y="0"/>
                  </a:lnTo>
                  <a:lnTo>
                    <a:pt x="18" y="0"/>
                  </a:lnTo>
                  <a:lnTo>
                    <a:pt x="18" y="617"/>
                  </a:lnTo>
                  <a:lnTo>
                    <a:pt x="237" y="1129"/>
                  </a:lnTo>
                  <a:lnTo>
                    <a:pt x="222" y="1135"/>
                  </a:ln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en-US"/>
            </a:p>
          </p:txBody>
        </p:sp>
        <p:sp>
          <p:nvSpPr>
            <p:cNvPr id="68" name="Freeform 12">
              <a:extLst>
                <a:ext uri="{FF2B5EF4-FFF2-40B4-BE49-F238E27FC236}">
                  <a16:creationId xmlns:a16="http://schemas.microsoft.com/office/drawing/2014/main" id="{C86BB534-4617-4275-908E-357CF2246C93}"/>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1600200" y="1801813"/>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11"/>
                    <a:pt x="28" y="4"/>
                    <a:pt x="20" y="4"/>
                  </a:cubicBez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en-US"/>
            </a:p>
          </p:txBody>
        </p:sp>
        <p:sp>
          <p:nvSpPr>
            <p:cNvPr id="69" name="Freeform 13">
              <a:extLst>
                <a:ext uri="{FF2B5EF4-FFF2-40B4-BE49-F238E27FC236}">
                  <a16:creationId xmlns:a16="http://schemas.microsoft.com/office/drawing/2014/main" id="{B6DEB58B-8D28-4BE9-9CA9-F4B3A083BCF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381125" y="9525"/>
              <a:ext cx="371475" cy="1425575"/>
            </a:xfrm>
            <a:custGeom>
              <a:avLst/>
              <a:gdLst/>
              <a:ahLst/>
              <a:cxnLst/>
              <a:rect l="0" t="0" r="r" b="b"/>
              <a:pathLst>
                <a:path w="234" h="898">
                  <a:moveTo>
                    <a:pt x="219" y="898"/>
                  </a:moveTo>
                  <a:lnTo>
                    <a:pt x="0" y="383"/>
                  </a:lnTo>
                  <a:lnTo>
                    <a:pt x="0" y="0"/>
                  </a:lnTo>
                  <a:lnTo>
                    <a:pt x="15" y="0"/>
                  </a:lnTo>
                  <a:lnTo>
                    <a:pt x="15" y="380"/>
                  </a:lnTo>
                  <a:lnTo>
                    <a:pt x="234" y="892"/>
                  </a:lnTo>
                  <a:lnTo>
                    <a:pt x="219" y="898"/>
                  </a:ln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en-US"/>
            </a:p>
          </p:txBody>
        </p:sp>
        <p:sp>
          <p:nvSpPr>
            <p:cNvPr id="70" name="Freeform 14">
              <a:extLst>
                <a:ext uri="{FF2B5EF4-FFF2-40B4-BE49-F238E27FC236}">
                  <a16:creationId xmlns:a16="http://schemas.microsoft.com/office/drawing/2014/main" id="{25A772BC-4720-4EC2-AD61-A7B74E9151F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643063" y="0"/>
              <a:ext cx="152400" cy="912813"/>
            </a:xfrm>
            <a:custGeom>
              <a:avLst/>
              <a:gdLst/>
              <a:ahLst/>
              <a:cxnLst/>
              <a:rect l="0" t="0" r="r" b="b"/>
              <a:pathLst>
                <a:path w="96" h="575">
                  <a:moveTo>
                    <a:pt x="96" y="575"/>
                  </a:moveTo>
                  <a:lnTo>
                    <a:pt x="78" y="575"/>
                  </a:lnTo>
                  <a:lnTo>
                    <a:pt x="78" y="192"/>
                  </a:lnTo>
                  <a:lnTo>
                    <a:pt x="0" y="6"/>
                  </a:lnTo>
                  <a:lnTo>
                    <a:pt x="15" y="0"/>
                  </a:lnTo>
                  <a:lnTo>
                    <a:pt x="96" y="189"/>
                  </a:lnTo>
                  <a:lnTo>
                    <a:pt x="96" y="575"/>
                  </a:ln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en-US"/>
            </a:p>
          </p:txBody>
        </p:sp>
        <p:sp>
          <p:nvSpPr>
            <p:cNvPr id="71" name="Freeform 15">
              <a:extLst>
                <a:ext uri="{FF2B5EF4-FFF2-40B4-BE49-F238E27FC236}">
                  <a16:creationId xmlns:a16="http://schemas.microsoft.com/office/drawing/2014/main" id="{60D6B27E-FAC5-4267-80A9-DE4D2E02B802}"/>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1685925" y="142081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en-US"/>
            </a:p>
          </p:txBody>
        </p:sp>
        <p:sp>
          <p:nvSpPr>
            <p:cNvPr id="72" name="Freeform 16">
              <a:extLst>
                <a:ext uri="{FF2B5EF4-FFF2-40B4-BE49-F238E27FC236}">
                  <a16:creationId xmlns:a16="http://schemas.microsoft.com/office/drawing/2014/main" id="{1F39FA83-D8C8-4CE3-9C62-10375FD041E3}"/>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1685925" y="903288"/>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en-US"/>
            </a:p>
          </p:txBody>
        </p:sp>
        <p:sp>
          <p:nvSpPr>
            <p:cNvPr id="73" name="Freeform 17">
              <a:extLst>
                <a:ext uri="{FF2B5EF4-FFF2-40B4-BE49-F238E27FC236}">
                  <a16:creationId xmlns:a16="http://schemas.microsoft.com/office/drawing/2014/main" id="{E09B4CF3-A51F-4787-81FE-F5C79BA426C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743075" y="4763"/>
              <a:ext cx="419100" cy="522288"/>
            </a:xfrm>
            <a:custGeom>
              <a:avLst/>
              <a:gdLst/>
              <a:ahLst/>
              <a:cxnLst/>
              <a:rect l="0" t="0" r="r" b="b"/>
              <a:pathLst>
                <a:path w="264" h="329">
                  <a:moveTo>
                    <a:pt x="252" y="329"/>
                  </a:moveTo>
                  <a:lnTo>
                    <a:pt x="45" y="120"/>
                  </a:lnTo>
                  <a:lnTo>
                    <a:pt x="0" y="6"/>
                  </a:lnTo>
                  <a:lnTo>
                    <a:pt x="15" y="0"/>
                  </a:lnTo>
                  <a:lnTo>
                    <a:pt x="60" y="111"/>
                  </a:lnTo>
                  <a:lnTo>
                    <a:pt x="264" y="317"/>
                  </a:lnTo>
                  <a:lnTo>
                    <a:pt x="252" y="329"/>
                  </a:ln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en-US"/>
            </a:p>
          </p:txBody>
        </p:sp>
        <p:sp>
          <p:nvSpPr>
            <p:cNvPr id="74" name="Freeform 18">
              <a:extLst>
                <a:ext uri="{FF2B5EF4-FFF2-40B4-BE49-F238E27FC236}">
                  <a16:creationId xmlns:a16="http://schemas.microsoft.com/office/drawing/2014/main" id="{6695CB35-74E4-43C0-89F5-9FDA59B3AC08}"/>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2119313" y="488950"/>
              <a:ext cx="161925" cy="147638"/>
            </a:xfrm>
            <a:custGeom>
              <a:avLst/>
              <a:gdLst/>
              <a:ahLst/>
              <a:cxnLst/>
              <a:rect l="0" t="0" r="r" b="b"/>
              <a:pathLst>
                <a:path w="34" h="31">
                  <a:moveTo>
                    <a:pt x="17" y="31"/>
                  </a:moveTo>
                  <a:cubicBezTo>
                    <a:pt x="13" y="31"/>
                    <a:pt x="9" y="30"/>
                    <a:pt x="6" y="27"/>
                  </a:cubicBezTo>
                  <a:cubicBezTo>
                    <a:pt x="0" y="20"/>
                    <a:pt x="0" y="10"/>
                    <a:pt x="6" y="4"/>
                  </a:cubicBezTo>
                  <a:cubicBezTo>
                    <a:pt x="9" y="1"/>
                    <a:pt x="13" y="0"/>
                    <a:pt x="17" y="0"/>
                  </a:cubicBezTo>
                  <a:cubicBezTo>
                    <a:pt x="21" y="0"/>
                    <a:pt x="25" y="1"/>
                    <a:pt x="28" y="4"/>
                  </a:cubicBezTo>
                  <a:cubicBezTo>
                    <a:pt x="34" y="10"/>
                    <a:pt x="34" y="20"/>
                    <a:pt x="28" y="27"/>
                  </a:cubicBezTo>
                  <a:cubicBezTo>
                    <a:pt x="25" y="30"/>
                    <a:pt x="21" y="31"/>
                    <a:pt x="17" y="31"/>
                  </a:cubicBezTo>
                  <a:close/>
                  <a:moveTo>
                    <a:pt x="17" y="4"/>
                  </a:moveTo>
                  <a:cubicBezTo>
                    <a:pt x="14" y="4"/>
                    <a:pt x="11" y="5"/>
                    <a:pt x="9" y="7"/>
                  </a:cubicBezTo>
                  <a:cubicBezTo>
                    <a:pt x="4" y="12"/>
                    <a:pt x="4" y="19"/>
                    <a:pt x="9" y="24"/>
                  </a:cubicBezTo>
                  <a:cubicBezTo>
                    <a:pt x="11" y="26"/>
                    <a:pt x="14" y="27"/>
                    <a:pt x="17" y="27"/>
                  </a:cubicBezTo>
                  <a:cubicBezTo>
                    <a:pt x="20" y="27"/>
                    <a:pt x="23" y="26"/>
                    <a:pt x="25" y="24"/>
                  </a:cubicBezTo>
                  <a:cubicBezTo>
                    <a:pt x="30" y="19"/>
                    <a:pt x="30" y="12"/>
                    <a:pt x="25" y="7"/>
                  </a:cubicBezTo>
                  <a:cubicBezTo>
                    <a:pt x="23" y="5"/>
                    <a:pt x="20" y="4"/>
                    <a:pt x="17" y="4"/>
                  </a:cubicBez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en-US"/>
            </a:p>
          </p:txBody>
        </p:sp>
        <p:sp>
          <p:nvSpPr>
            <p:cNvPr id="75" name="Freeform 19">
              <a:extLst>
                <a:ext uri="{FF2B5EF4-FFF2-40B4-BE49-F238E27FC236}">
                  <a16:creationId xmlns:a16="http://schemas.microsoft.com/office/drawing/2014/main" id="{945450CE-FB13-4C46-825F-5BB19170333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952500" y="4763"/>
              <a:ext cx="152400" cy="908050"/>
            </a:xfrm>
            <a:custGeom>
              <a:avLst/>
              <a:gdLst/>
              <a:ahLst/>
              <a:cxnLst/>
              <a:rect l="0" t="0" r="r" b="b"/>
              <a:pathLst>
                <a:path w="96" h="572">
                  <a:moveTo>
                    <a:pt x="15" y="572"/>
                  </a:moveTo>
                  <a:lnTo>
                    <a:pt x="0" y="572"/>
                  </a:lnTo>
                  <a:lnTo>
                    <a:pt x="0" y="189"/>
                  </a:lnTo>
                  <a:lnTo>
                    <a:pt x="81" y="0"/>
                  </a:lnTo>
                  <a:lnTo>
                    <a:pt x="96" y="6"/>
                  </a:lnTo>
                  <a:lnTo>
                    <a:pt x="15" y="192"/>
                  </a:lnTo>
                  <a:lnTo>
                    <a:pt x="15" y="572"/>
                  </a:ln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en-US"/>
            </a:p>
          </p:txBody>
        </p:sp>
        <p:sp>
          <p:nvSpPr>
            <p:cNvPr id="76" name="Freeform 20">
              <a:extLst>
                <a:ext uri="{FF2B5EF4-FFF2-40B4-BE49-F238E27FC236}">
                  <a16:creationId xmlns:a16="http://schemas.microsoft.com/office/drawing/2014/main" id="{E80AA0B2-7FE7-4B75-AC25-E0F6C0FE458A}"/>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866775" y="903288"/>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2"/>
                    <a:pt x="4" y="20"/>
                  </a:cubicBezTo>
                  <a:cubicBezTo>
                    <a:pt x="4" y="29"/>
                    <a:pt x="11" y="36"/>
                    <a:pt x="20" y="36"/>
                  </a:cubicBezTo>
                  <a:cubicBezTo>
                    <a:pt x="29" y="36"/>
                    <a:pt x="36" y="29"/>
                    <a:pt x="36" y="20"/>
                  </a:cubicBezTo>
                  <a:cubicBezTo>
                    <a:pt x="36" y="12"/>
                    <a:pt x="29" y="4"/>
                    <a:pt x="20" y="4"/>
                  </a:cubicBez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en-US"/>
            </a:p>
          </p:txBody>
        </p:sp>
        <p:sp>
          <p:nvSpPr>
            <p:cNvPr id="77" name="Freeform 21">
              <a:extLst>
                <a:ext uri="{FF2B5EF4-FFF2-40B4-BE49-F238E27FC236}">
                  <a16:creationId xmlns:a16="http://schemas.microsoft.com/office/drawing/2014/main" id="{2E81F7C1-AD8F-41A0-91A8-E05F66CB0ED2}"/>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890588" y="155416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8"/>
                    <a:pt x="11" y="36"/>
                    <a:pt x="20" y="36"/>
                  </a:cubicBezTo>
                  <a:cubicBezTo>
                    <a:pt x="29" y="36"/>
                    <a:pt x="36" y="28"/>
                    <a:pt x="36" y="20"/>
                  </a:cubicBezTo>
                  <a:cubicBezTo>
                    <a:pt x="36" y="11"/>
                    <a:pt x="29" y="4"/>
                    <a:pt x="20" y="4"/>
                  </a:cubicBez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en-US"/>
            </a:p>
          </p:txBody>
        </p:sp>
        <p:sp>
          <p:nvSpPr>
            <p:cNvPr id="78" name="Freeform 22">
              <a:extLst>
                <a:ext uri="{FF2B5EF4-FFF2-40B4-BE49-F238E27FC236}">
                  <a16:creationId xmlns:a16="http://schemas.microsoft.com/office/drawing/2014/main" id="{F4E8A538-9FFA-4C76-BCE2-D54F56A1158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738188" y="5622925"/>
              <a:ext cx="338138" cy="1216025"/>
            </a:xfrm>
            <a:custGeom>
              <a:avLst/>
              <a:gdLst/>
              <a:ahLst/>
              <a:cxnLst/>
              <a:rect l="0" t="0" r="r" b="b"/>
              <a:pathLst>
                <a:path w="213" h="766">
                  <a:moveTo>
                    <a:pt x="213" y="766"/>
                  </a:moveTo>
                  <a:lnTo>
                    <a:pt x="195" y="766"/>
                  </a:lnTo>
                  <a:lnTo>
                    <a:pt x="195" y="464"/>
                  </a:lnTo>
                  <a:lnTo>
                    <a:pt x="0" y="6"/>
                  </a:lnTo>
                  <a:lnTo>
                    <a:pt x="12" y="0"/>
                  </a:lnTo>
                  <a:lnTo>
                    <a:pt x="213" y="461"/>
                  </a:lnTo>
                  <a:lnTo>
                    <a:pt x="213" y="766"/>
                  </a:ln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en-US"/>
            </a:p>
          </p:txBody>
        </p:sp>
        <p:sp>
          <p:nvSpPr>
            <p:cNvPr id="79" name="Freeform 23">
              <a:extLst>
                <a:ext uri="{FF2B5EF4-FFF2-40B4-BE49-F238E27FC236}">
                  <a16:creationId xmlns:a16="http://schemas.microsoft.com/office/drawing/2014/main" id="{3C412824-3CBA-4E74-B2FD-936EA704869B}"/>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647700" y="5480050"/>
              <a:ext cx="157163" cy="157163"/>
            </a:xfrm>
            <a:custGeom>
              <a:avLst/>
              <a:gdLst/>
              <a:ahLst/>
              <a:cxnLst/>
              <a:rect l="0" t="0" r="r" b="b"/>
              <a:pathLst>
                <a:path w="33" h="33">
                  <a:moveTo>
                    <a:pt x="17" y="33"/>
                  </a:moveTo>
                  <a:cubicBezTo>
                    <a:pt x="8" y="33"/>
                    <a:pt x="0" y="26"/>
                    <a:pt x="0" y="17"/>
                  </a:cubicBezTo>
                  <a:cubicBezTo>
                    <a:pt x="0" y="8"/>
                    <a:pt x="8" y="0"/>
                    <a:pt x="17" y="0"/>
                  </a:cubicBezTo>
                  <a:cubicBezTo>
                    <a:pt x="26" y="0"/>
                    <a:pt x="33" y="8"/>
                    <a:pt x="33" y="17"/>
                  </a:cubicBezTo>
                  <a:cubicBezTo>
                    <a:pt x="33" y="26"/>
                    <a:pt x="26" y="33"/>
                    <a:pt x="17" y="33"/>
                  </a:cubicBezTo>
                  <a:close/>
                  <a:moveTo>
                    <a:pt x="17" y="4"/>
                  </a:moveTo>
                  <a:cubicBezTo>
                    <a:pt x="10" y="4"/>
                    <a:pt x="4" y="10"/>
                    <a:pt x="4" y="17"/>
                  </a:cubicBezTo>
                  <a:cubicBezTo>
                    <a:pt x="4" y="24"/>
                    <a:pt x="10" y="29"/>
                    <a:pt x="17" y="29"/>
                  </a:cubicBezTo>
                  <a:cubicBezTo>
                    <a:pt x="23" y="29"/>
                    <a:pt x="29" y="24"/>
                    <a:pt x="29" y="17"/>
                  </a:cubicBezTo>
                  <a:cubicBezTo>
                    <a:pt x="29" y="10"/>
                    <a:pt x="23" y="4"/>
                    <a:pt x="17" y="4"/>
                  </a:cubicBez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en-US"/>
            </a:p>
          </p:txBody>
        </p:sp>
        <p:sp>
          <p:nvSpPr>
            <p:cNvPr id="80" name="Freeform 24">
              <a:extLst>
                <a:ext uri="{FF2B5EF4-FFF2-40B4-BE49-F238E27FC236}">
                  <a16:creationId xmlns:a16="http://schemas.microsoft.com/office/drawing/2014/main" id="{E28DC1F0-74FF-4D97-BD4D-FD42DE4AC6D7}"/>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66675" y="903288"/>
              <a:ext cx="190500" cy="190500"/>
            </a:xfrm>
            <a:custGeom>
              <a:avLst/>
              <a:gdLst/>
              <a:ahLst/>
              <a:cxnLst/>
              <a:rect l="0" t="0" r="r" b="b"/>
              <a:pathLst>
                <a:path w="40" h="40">
                  <a:moveTo>
                    <a:pt x="20" y="40"/>
                  </a:moveTo>
                  <a:cubicBezTo>
                    <a:pt x="9" y="40"/>
                    <a:pt x="0" y="31"/>
                    <a:pt x="0" y="20"/>
                  </a:cubicBezTo>
                  <a:cubicBezTo>
                    <a:pt x="0" y="9"/>
                    <a:pt x="9" y="0"/>
                    <a:pt x="20" y="0"/>
                  </a:cubicBezTo>
                  <a:cubicBezTo>
                    <a:pt x="32" y="0"/>
                    <a:pt x="40" y="9"/>
                    <a:pt x="40" y="20"/>
                  </a:cubicBezTo>
                  <a:cubicBezTo>
                    <a:pt x="40" y="31"/>
                    <a:pt x="32" y="40"/>
                    <a:pt x="20" y="40"/>
                  </a:cubicBezTo>
                  <a:close/>
                  <a:moveTo>
                    <a:pt x="20" y="4"/>
                  </a:moveTo>
                  <a:cubicBezTo>
                    <a:pt x="12" y="4"/>
                    <a:pt x="4" y="12"/>
                    <a:pt x="4" y="20"/>
                  </a:cubicBezTo>
                  <a:cubicBezTo>
                    <a:pt x="4" y="29"/>
                    <a:pt x="12" y="36"/>
                    <a:pt x="20" y="36"/>
                  </a:cubicBezTo>
                  <a:cubicBezTo>
                    <a:pt x="29" y="36"/>
                    <a:pt x="36" y="29"/>
                    <a:pt x="36" y="20"/>
                  </a:cubicBezTo>
                  <a:cubicBezTo>
                    <a:pt x="36" y="12"/>
                    <a:pt x="29" y="4"/>
                    <a:pt x="20" y="4"/>
                  </a:cubicBez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en-US"/>
            </a:p>
          </p:txBody>
        </p:sp>
        <p:sp>
          <p:nvSpPr>
            <p:cNvPr id="81" name="Freeform 25">
              <a:extLst>
                <a:ext uri="{FF2B5EF4-FFF2-40B4-BE49-F238E27FC236}">
                  <a16:creationId xmlns:a16="http://schemas.microsoft.com/office/drawing/2014/main" id="{77CEC4FA-6FD3-4ABF-BF98-94E7947A556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0" y="3897313"/>
              <a:ext cx="133350" cy="266700"/>
            </a:xfrm>
            <a:custGeom>
              <a:avLst/>
              <a:gdLst/>
              <a:ahLst/>
              <a:cxnLst/>
              <a:rect l="0" t="0" r="r" b="b"/>
              <a:pathLst>
                <a:path w="84" h="168">
                  <a:moveTo>
                    <a:pt x="69" y="168"/>
                  </a:moveTo>
                  <a:lnTo>
                    <a:pt x="0" y="6"/>
                  </a:lnTo>
                  <a:lnTo>
                    <a:pt x="12" y="0"/>
                  </a:lnTo>
                  <a:lnTo>
                    <a:pt x="84" y="162"/>
                  </a:lnTo>
                  <a:lnTo>
                    <a:pt x="69" y="168"/>
                  </a:ln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en-US"/>
            </a:p>
          </p:txBody>
        </p:sp>
        <p:sp>
          <p:nvSpPr>
            <p:cNvPr id="82" name="Freeform 26">
              <a:extLst>
                <a:ext uri="{FF2B5EF4-FFF2-40B4-BE49-F238E27FC236}">
                  <a16:creationId xmlns:a16="http://schemas.microsoft.com/office/drawing/2014/main" id="{D4E61DA7-BFA9-48AF-BD6F-EBB15C235934}"/>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66675" y="4149725"/>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8"/>
                    <a:pt x="11" y="36"/>
                    <a:pt x="20" y="36"/>
                  </a:cubicBezTo>
                  <a:cubicBezTo>
                    <a:pt x="29" y="36"/>
                    <a:pt x="36" y="28"/>
                    <a:pt x="36" y="20"/>
                  </a:cubicBezTo>
                  <a:cubicBezTo>
                    <a:pt x="36" y="11"/>
                    <a:pt x="29" y="4"/>
                    <a:pt x="20" y="4"/>
                  </a:cubicBez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en-US"/>
            </a:p>
          </p:txBody>
        </p:sp>
        <p:sp>
          <p:nvSpPr>
            <p:cNvPr id="83" name="Freeform 27">
              <a:extLst>
                <a:ext uri="{FF2B5EF4-FFF2-40B4-BE49-F238E27FC236}">
                  <a16:creationId xmlns:a16="http://schemas.microsoft.com/office/drawing/2014/main" id="{57164D6A-1DD9-43AE-878F-A413DC26FB1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0" y="1644650"/>
              <a:ext cx="133350" cy="269875"/>
            </a:xfrm>
            <a:custGeom>
              <a:avLst/>
              <a:gdLst/>
              <a:ahLst/>
              <a:cxnLst/>
              <a:rect l="0" t="0" r="r" b="b"/>
              <a:pathLst>
                <a:path w="84" h="170">
                  <a:moveTo>
                    <a:pt x="12" y="170"/>
                  </a:moveTo>
                  <a:lnTo>
                    <a:pt x="0" y="164"/>
                  </a:lnTo>
                  <a:lnTo>
                    <a:pt x="69" y="0"/>
                  </a:lnTo>
                  <a:lnTo>
                    <a:pt x="84" y="6"/>
                  </a:lnTo>
                  <a:lnTo>
                    <a:pt x="12" y="170"/>
                  </a:ln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en-US"/>
            </a:p>
          </p:txBody>
        </p:sp>
        <p:sp>
          <p:nvSpPr>
            <p:cNvPr id="84" name="Freeform 28">
              <a:extLst>
                <a:ext uri="{FF2B5EF4-FFF2-40B4-BE49-F238E27FC236}">
                  <a16:creationId xmlns:a16="http://schemas.microsoft.com/office/drawing/2014/main" id="{4949EBA6-53D9-4F2D-91DB-EA7AE260F63A}"/>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66675" y="1468438"/>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8"/>
                    <a:pt x="11" y="36"/>
                    <a:pt x="20" y="36"/>
                  </a:cubicBezTo>
                  <a:cubicBezTo>
                    <a:pt x="29" y="36"/>
                    <a:pt x="36" y="28"/>
                    <a:pt x="36" y="20"/>
                  </a:cubicBezTo>
                  <a:cubicBezTo>
                    <a:pt x="36" y="11"/>
                    <a:pt x="29" y="4"/>
                    <a:pt x="20" y="4"/>
                  </a:cubicBez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en-US"/>
            </a:p>
          </p:txBody>
        </p:sp>
        <p:sp>
          <p:nvSpPr>
            <p:cNvPr id="85" name="Freeform 29">
              <a:extLst>
                <a:ext uri="{FF2B5EF4-FFF2-40B4-BE49-F238E27FC236}">
                  <a16:creationId xmlns:a16="http://schemas.microsoft.com/office/drawing/2014/main" id="{0AFEA5FA-F759-441C-A0BC-7EDC79A6729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695325" y="4763"/>
              <a:ext cx="309563" cy="1558925"/>
            </a:xfrm>
            <a:custGeom>
              <a:avLst/>
              <a:gdLst/>
              <a:ahLst/>
              <a:cxnLst/>
              <a:rect l="0" t="0" r="r" b="b"/>
              <a:pathLst>
                <a:path w="195" h="982">
                  <a:moveTo>
                    <a:pt x="195" y="982"/>
                  </a:moveTo>
                  <a:lnTo>
                    <a:pt x="177" y="982"/>
                  </a:lnTo>
                  <a:lnTo>
                    <a:pt x="177" y="805"/>
                  </a:lnTo>
                  <a:lnTo>
                    <a:pt x="0" y="629"/>
                  </a:lnTo>
                  <a:lnTo>
                    <a:pt x="0" y="0"/>
                  </a:lnTo>
                  <a:lnTo>
                    <a:pt x="18" y="0"/>
                  </a:lnTo>
                  <a:lnTo>
                    <a:pt x="18" y="623"/>
                  </a:lnTo>
                  <a:lnTo>
                    <a:pt x="195" y="796"/>
                  </a:lnTo>
                  <a:lnTo>
                    <a:pt x="195" y="982"/>
                  </a:ln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en-US"/>
            </a:p>
          </p:txBody>
        </p:sp>
        <p:sp>
          <p:nvSpPr>
            <p:cNvPr id="86" name="Freeform 30">
              <a:extLst>
                <a:ext uri="{FF2B5EF4-FFF2-40B4-BE49-F238E27FC236}">
                  <a16:creationId xmlns:a16="http://schemas.microsoft.com/office/drawing/2014/main" id="{5B913AE0-5DC8-4244-8C26-ED97F834E33A}"/>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57150" y="4881563"/>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en-US"/>
            </a:p>
          </p:txBody>
        </p:sp>
        <p:sp>
          <p:nvSpPr>
            <p:cNvPr id="87" name="Freeform 31">
              <a:extLst>
                <a:ext uri="{FF2B5EF4-FFF2-40B4-BE49-F238E27FC236}">
                  <a16:creationId xmlns:a16="http://schemas.microsoft.com/office/drawing/2014/main" id="{A87DB58A-25D2-46F1-85E3-06F964D0167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38113" y="5060950"/>
              <a:ext cx="304800" cy="1778000"/>
            </a:xfrm>
            <a:custGeom>
              <a:avLst/>
              <a:gdLst/>
              <a:ahLst/>
              <a:cxnLst/>
              <a:rect l="0" t="0" r="r" b="b"/>
              <a:pathLst>
                <a:path w="192" h="1120">
                  <a:moveTo>
                    <a:pt x="192" y="1120"/>
                  </a:moveTo>
                  <a:lnTo>
                    <a:pt x="177" y="1120"/>
                  </a:lnTo>
                  <a:lnTo>
                    <a:pt x="177" y="360"/>
                  </a:lnTo>
                  <a:lnTo>
                    <a:pt x="0" y="183"/>
                  </a:lnTo>
                  <a:lnTo>
                    <a:pt x="0" y="0"/>
                  </a:lnTo>
                  <a:lnTo>
                    <a:pt x="15" y="0"/>
                  </a:lnTo>
                  <a:lnTo>
                    <a:pt x="15" y="177"/>
                  </a:lnTo>
                  <a:lnTo>
                    <a:pt x="192" y="354"/>
                  </a:lnTo>
                  <a:lnTo>
                    <a:pt x="192" y="1120"/>
                  </a:ln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en-US"/>
            </a:p>
          </p:txBody>
        </p:sp>
        <p:sp>
          <p:nvSpPr>
            <p:cNvPr id="88" name="Freeform 32">
              <a:extLst>
                <a:ext uri="{FF2B5EF4-FFF2-40B4-BE49-F238E27FC236}">
                  <a16:creationId xmlns:a16="http://schemas.microsoft.com/office/drawing/2014/main" id="{E7AE8209-F3E7-4ACA-98D0-90B282A147F3}"/>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561975" y="6430963"/>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en-US"/>
            </a:p>
          </p:txBody>
        </p:sp>
        <p:sp>
          <p:nvSpPr>
            <p:cNvPr id="89" name="Rectangle 33">
              <a:extLst>
                <a:ext uri="{FF2B5EF4-FFF2-40B4-BE49-F238E27FC236}">
                  <a16:creationId xmlns:a16="http://schemas.microsoft.com/office/drawing/2014/main" id="{1CED7927-A7C7-444A-A8F3-6348852AEFB1}"/>
                </a:ext>
                <a:ext uri="{C183D7F6-B498-43B3-948B-1728B52AA6E4}">
                  <adec:decorative xmlns:adec="http://schemas.microsoft.com/office/drawing/2017/decorative" val="1"/>
                </a:ext>
              </a:extLst>
            </p:cNvPr>
            <p:cNvSpPr>
              <a:spLocks noChangeArrowheads="1"/>
            </p:cNvSpPr>
            <p:nvPr>
              <p:extLst>
                <p:ext uri="{386F3935-93C4-4BCD-93E2-E3B085C9AB24}">
                  <p16:designElem xmlns:p16="http://schemas.microsoft.com/office/powerpoint/2015/main" val="1"/>
                </p:ext>
              </p:extLst>
            </p:nvPr>
          </p:nvSpPr>
          <p:spPr bwMode="auto">
            <a:xfrm>
              <a:off x="642938" y="6610350"/>
              <a:ext cx="23813" cy="242888"/>
            </a:xfrm>
            <a:prstGeom prst="rect">
              <a:avLst/>
            </a:pr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miter lim="800000"/>
                  <a:headEnd/>
                  <a:tailEnd/>
                </a14:hiddenLine>
              </a:ext>
            </a:extLst>
          </p:spPr>
          <p:txBody>
            <a:bodyPr/>
            <a:lstStyle/>
            <a:p>
              <a:endParaRPr lang="en-US"/>
            </a:p>
          </p:txBody>
        </p:sp>
        <p:sp>
          <p:nvSpPr>
            <p:cNvPr id="90" name="Freeform 34">
              <a:extLst>
                <a:ext uri="{FF2B5EF4-FFF2-40B4-BE49-F238E27FC236}">
                  <a16:creationId xmlns:a16="http://schemas.microsoft.com/office/drawing/2014/main" id="{08BEDF90-F9A6-4DE4-94B6-43E41603948F}"/>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76200" y="6430963"/>
              <a:ext cx="190500" cy="188913"/>
            </a:xfrm>
            <a:custGeom>
              <a:avLst/>
              <a:gdLst/>
              <a:ahLst/>
              <a:cxnLst/>
              <a:rect l="0" t="0" r="r" b="b"/>
              <a:pathLst>
                <a:path w="40" h="40">
                  <a:moveTo>
                    <a:pt x="20" y="40"/>
                  </a:moveTo>
                  <a:cubicBezTo>
                    <a:pt x="9" y="40"/>
                    <a:pt x="0" y="31"/>
                    <a:pt x="0" y="20"/>
                  </a:cubicBezTo>
                  <a:cubicBezTo>
                    <a:pt x="0" y="9"/>
                    <a:pt x="9" y="0"/>
                    <a:pt x="20" y="0"/>
                  </a:cubicBezTo>
                  <a:cubicBezTo>
                    <a:pt x="32" y="0"/>
                    <a:pt x="40" y="9"/>
                    <a:pt x="40" y="20"/>
                  </a:cubicBezTo>
                  <a:cubicBezTo>
                    <a:pt x="40" y="31"/>
                    <a:pt x="32"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en-US"/>
            </a:p>
          </p:txBody>
        </p:sp>
        <p:sp>
          <p:nvSpPr>
            <p:cNvPr id="91" name="Freeform 35">
              <a:extLst>
                <a:ext uri="{FF2B5EF4-FFF2-40B4-BE49-F238E27FC236}">
                  <a16:creationId xmlns:a16="http://schemas.microsoft.com/office/drawing/2014/main" id="{36540D5F-1C77-438A-BF12-56455C47200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0" y="5978525"/>
              <a:ext cx="190500" cy="461963"/>
            </a:xfrm>
            <a:custGeom>
              <a:avLst/>
              <a:gdLst/>
              <a:ahLst/>
              <a:cxnLst/>
              <a:rect l="0" t="0" r="r" b="b"/>
              <a:pathLst>
                <a:path w="120" h="291">
                  <a:moveTo>
                    <a:pt x="120" y="291"/>
                  </a:moveTo>
                  <a:lnTo>
                    <a:pt x="105" y="291"/>
                  </a:lnTo>
                  <a:lnTo>
                    <a:pt x="105" y="114"/>
                  </a:lnTo>
                  <a:lnTo>
                    <a:pt x="0" y="9"/>
                  </a:lnTo>
                  <a:lnTo>
                    <a:pt x="12" y="0"/>
                  </a:lnTo>
                  <a:lnTo>
                    <a:pt x="120" y="108"/>
                  </a:lnTo>
                  <a:lnTo>
                    <a:pt x="120" y="291"/>
                  </a:ln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en-US"/>
            </a:p>
          </p:txBody>
        </p:sp>
        <p:sp>
          <p:nvSpPr>
            <p:cNvPr id="92" name="Freeform 36">
              <a:extLst>
                <a:ext uri="{FF2B5EF4-FFF2-40B4-BE49-F238E27FC236}">
                  <a16:creationId xmlns:a16="http://schemas.microsoft.com/office/drawing/2014/main" id="{52FC779A-BC55-40AC-8FFD-E014F8C051C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014413" y="1801813"/>
              <a:ext cx="214313" cy="755650"/>
            </a:xfrm>
            <a:custGeom>
              <a:avLst/>
              <a:gdLst/>
              <a:ahLst/>
              <a:cxnLst/>
              <a:rect l="0" t="0" r="r" b="b"/>
              <a:pathLst>
                <a:path w="135" h="476">
                  <a:moveTo>
                    <a:pt x="12" y="476"/>
                  </a:moveTo>
                  <a:lnTo>
                    <a:pt x="0" y="476"/>
                  </a:lnTo>
                  <a:lnTo>
                    <a:pt x="0" y="128"/>
                  </a:lnTo>
                  <a:lnTo>
                    <a:pt x="126" y="0"/>
                  </a:lnTo>
                  <a:lnTo>
                    <a:pt x="135" y="9"/>
                  </a:lnTo>
                  <a:lnTo>
                    <a:pt x="12" y="131"/>
                  </a:lnTo>
                  <a:lnTo>
                    <a:pt x="12" y="476"/>
                  </a:ln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en-US"/>
            </a:p>
          </p:txBody>
        </p:sp>
        <p:sp>
          <p:nvSpPr>
            <p:cNvPr id="93" name="Freeform 37">
              <a:extLst>
                <a:ext uri="{FF2B5EF4-FFF2-40B4-BE49-F238E27FC236}">
                  <a16:creationId xmlns:a16="http://schemas.microsoft.com/office/drawing/2014/main" id="{63E42DE5-DC0E-4043-8A35-20C53074A2B9}"/>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938213" y="2547938"/>
              <a:ext cx="166688" cy="160338"/>
            </a:xfrm>
            <a:custGeom>
              <a:avLst/>
              <a:gdLst/>
              <a:ahLst/>
              <a:cxnLst/>
              <a:rect l="0" t="0" r="r" b="b"/>
              <a:pathLst>
                <a:path w="35" h="34">
                  <a:moveTo>
                    <a:pt x="18" y="34"/>
                  </a:moveTo>
                  <a:cubicBezTo>
                    <a:pt x="8" y="34"/>
                    <a:pt x="0" y="26"/>
                    <a:pt x="0" y="17"/>
                  </a:cubicBezTo>
                  <a:cubicBezTo>
                    <a:pt x="0" y="7"/>
                    <a:pt x="8" y="0"/>
                    <a:pt x="18" y="0"/>
                  </a:cubicBezTo>
                  <a:cubicBezTo>
                    <a:pt x="27" y="0"/>
                    <a:pt x="35" y="7"/>
                    <a:pt x="35" y="17"/>
                  </a:cubicBezTo>
                  <a:cubicBezTo>
                    <a:pt x="35" y="26"/>
                    <a:pt x="27" y="34"/>
                    <a:pt x="18" y="34"/>
                  </a:cubicBezTo>
                  <a:close/>
                  <a:moveTo>
                    <a:pt x="18" y="4"/>
                  </a:moveTo>
                  <a:cubicBezTo>
                    <a:pt x="10" y="4"/>
                    <a:pt x="4" y="10"/>
                    <a:pt x="4" y="17"/>
                  </a:cubicBezTo>
                  <a:cubicBezTo>
                    <a:pt x="4" y="24"/>
                    <a:pt x="10" y="30"/>
                    <a:pt x="18" y="30"/>
                  </a:cubicBezTo>
                  <a:cubicBezTo>
                    <a:pt x="25" y="30"/>
                    <a:pt x="31" y="24"/>
                    <a:pt x="31" y="17"/>
                  </a:cubicBezTo>
                  <a:cubicBezTo>
                    <a:pt x="31" y="10"/>
                    <a:pt x="25" y="4"/>
                    <a:pt x="18" y="4"/>
                  </a:cubicBez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en-US"/>
            </a:p>
          </p:txBody>
        </p:sp>
        <p:sp>
          <p:nvSpPr>
            <p:cNvPr id="94" name="Freeform 38">
              <a:extLst>
                <a:ext uri="{FF2B5EF4-FFF2-40B4-BE49-F238E27FC236}">
                  <a16:creationId xmlns:a16="http://schemas.microsoft.com/office/drawing/2014/main" id="{41581FA6-993A-4899-ADF1-0A83A6234EB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595313" y="4763"/>
              <a:ext cx="638175" cy="4025900"/>
            </a:xfrm>
            <a:custGeom>
              <a:avLst/>
              <a:gdLst/>
              <a:ahLst/>
              <a:cxnLst/>
              <a:rect l="0" t="0" r="r" b="b"/>
              <a:pathLst>
                <a:path w="402" h="2536">
                  <a:moveTo>
                    <a:pt x="402" y="2536"/>
                  </a:moveTo>
                  <a:lnTo>
                    <a:pt x="387" y="2536"/>
                  </a:lnTo>
                  <a:lnTo>
                    <a:pt x="387" y="2311"/>
                  </a:lnTo>
                  <a:lnTo>
                    <a:pt x="0" y="1925"/>
                  </a:lnTo>
                  <a:lnTo>
                    <a:pt x="0" y="0"/>
                  </a:lnTo>
                  <a:lnTo>
                    <a:pt x="15" y="0"/>
                  </a:lnTo>
                  <a:lnTo>
                    <a:pt x="15" y="1916"/>
                  </a:lnTo>
                  <a:lnTo>
                    <a:pt x="402" y="2302"/>
                  </a:lnTo>
                  <a:lnTo>
                    <a:pt x="402" y="2536"/>
                  </a:ln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en-US"/>
            </a:p>
          </p:txBody>
        </p:sp>
        <p:sp>
          <p:nvSpPr>
            <p:cNvPr id="95" name="Freeform 39">
              <a:extLst>
                <a:ext uri="{FF2B5EF4-FFF2-40B4-BE49-F238E27FC236}">
                  <a16:creationId xmlns:a16="http://schemas.microsoft.com/office/drawing/2014/main" id="{33C4FDB9-01D2-4CB0-BFED-216CAC7EB83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223963" y="1382713"/>
              <a:ext cx="142875" cy="476250"/>
            </a:xfrm>
            <a:custGeom>
              <a:avLst/>
              <a:gdLst/>
              <a:ahLst/>
              <a:cxnLst/>
              <a:rect l="0" t="0" r="r" b="b"/>
              <a:pathLst>
                <a:path w="90" h="300">
                  <a:moveTo>
                    <a:pt x="90" y="300"/>
                  </a:moveTo>
                  <a:lnTo>
                    <a:pt x="78" y="300"/>
                  </a:lnTo>
                  <a:lnTo>
                    <a:pt x="78" y="84"/>
                  </a:lnTo>
                  <a:lnTo>
                    <a:pt x="0" y="9"/>
                  </a:lnTo>
                  <a:lnTo>
                    <a:pt x="9" y="0"/>
                  </a:lnTo>
                  <a:lnTo>
                    <a:pt x="90" y="81"/>
                  </a:lnTo>
                  <a:lnTo>
                    <a:pt x="90" y="300"/>
                  </a:ln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en-US"/>
            </a:p>
          </p:txBody>
        </p:sp>
        <p:sp>
          <p:nvSpPr>
            <p:cNvPr id="96" name="Freeform 40">
              <a:extLst>
                <a:ext uri="{FF2B5EF4-FFF2-40B4-BE49-F238E27FC236}">
                  <a16:creationId xmlns:a16="http://schemas.microsoft.com/office/drawing/2014/main" id="{34E715AB-2B68-41C4-A61F-02C413F242EE}"/>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1300163" y="1849438"/>
              <a:ext cx="109538" cy="107950"/>
            </a:xfrm>
            <a:custGeom>
              <a:avLst/>
              <a:gdLst/>
              <a:ahLst/>
              <a:cxnLst/>
              <a:rect l="0" t="0" r="r" b="b"/>
              <a:pathLst>
                <a:path w="23" h="23">
                  <a:moveTo>
                    <a:pt x="12" y="23"/>
                  </a:moveTo>
                  <a:cubicBezTo>
                    <a:pt x="5" y="23"/>
                    <a:pt x="0" y="18"/>
                    <a:pt x="0" y="12"/>
                  </a:cubicBezTo>
                  <a:cubicBezTo>
                    <a:pt x="0" y="5"/>
                    <a:pt x="5" y="0"/>
                    <a:pt x="12" y="0"/>
                  </a:cubicBezTo>
                  <a:cubicBezTo>
                    <a:pt x="18" y="0"/>
                    <a:pt x="23" y="5"/>
                    <a:pt x="23" y="12"/>
                  </a:cubicBezTo>
                  <a:cubicBezTo>
                    <a:pt x="23" y="18"/>
                    <a:pt x="18" y="23"/>
                    <a:pt x="12" y="23"/>
                  </a:cubicBezTo>
                  <a:close/>
                  <a:moveTo>
                    <a:pt x="12" y="4"/>
                  </a:moveTo>
                  <a:cubicBezTo>
                    <a:pt x="8" y="4"/>
                    <a:pt x="4" y="8"/>
                    <a:pt x="4" y="12"/>
                  </a:cubicBezTo>
                  <a:cubicBezTo>
                    <a:pt x="4" y="16"/>
                    <a:pt x="8" y="19"/>
                    <a:pt x="12" y="19"/>
                  </a:cubicBezTo>
                  <a:cubicBezTo>
                    <a:pt x="16" y="19"/>
                    <a:pt x="19" y="16"/>
                    <a:pt x="19" y="12"/>
                  </a:cubicBezTo>
                  <a:cubicBezTo>
                    <a:pt x="19" y="8"/>
                    <a:pt x="16" y="4"/>
                    <a:pt x="12" y="4"/>
                  </a:cubicBez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en-US"/>
            </a:p>
          </p:txBody>
        </p:sp>
        <p:sp>
          <p:nvSpPr>
            <p:cNvPr id="97" name="Freeform 41">
              <a:extLst>
                <a:ext uri="{FF2B5EF4-FFF2-40B4-BE49-F238E27FC236}">
                  <a16:creationId xmlns:a16="http://schemas.microsoft.com/office/drawing/2014/main" id="{D3861C35-D060-408D-9871-4DA2D0547BB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280988" y="3417888"/>
              <a:ext cx="142875" cy="474663"/>
            </a:xfrm>
            <a:custGeom>
              <a:avLst/>
              <a:gdLst/>
              <a:ahLst/>
              <a:cxnLst/>
              <a:rect l="0" t="0" r="r" b="b"/>
              <a:pathLst>
                <a:path w="90" h="299">
                  <a:moveTo>
                    <a:pt x="12" y="299"/>
                  </a:moveTo>
                  <a:lnTo>
                    <a:pt x="0" y="299"/>
                  </a:lnTo>
                  <a:lnTo>
                    <a:pt x="0" y="80"/>
                  </a:lnTo>
                  <a:lnTo>
                    <a:pt x="81" y="0"/>
                  </a:lnTo>
                  <a:lnTo>
                    <a:pt x="90" y="8"/>
                  </a:lnTo>
                  <a:lnTo>
                    <a:pt x="12" y="83"/>
                  </a:lnTo>
                  <a:lnTo>
                    <a:pt x="12" y="299"/>
                  </a:ln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en-US"/>
            </a:p>
          </p:txBody>
        </p:sp>
        <p:sp>
          <p:nvSpPr>
            <p:cNvPr id="98" name="Freeform 42">
              <a:extLst>
                <a:ext uri="{FF2B5EF4-FFF2-40B4-BE49-F238E27FC236}">
                  <a16:creationId xmlns:a16="http://schemas.microsoft.com/office/drawing/2014/main" id="{B4F4F38F-33FE-48A0-986D-FB771F18BE7F}"/>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238125" y="3883025"/>
              <a:ext cx="109538" cy="109538"/>
            </a:xfrm>
            <a:custGeom>
              <a:avLst/>
              <a:gdLst/>
              <a:ahLst/>
              <a:cxnLst/>
              <a:rect l="0" t="0" r="r" b="b"/>
              <a:pathLst>
                <a:path w="23" h="23">
                  <a:moveTo>
                    <a:pt x="11" y="23"/>
                  </a:moveTo>
                  <a:cubicBezTo>
                    <a:pt x="5" y="23"/>
                    <a:pt x="0" y="18"/>
                    <a:pt x="0" y="12"/>
                  </a:cubicBezTo>
                  <a:cubicBezTo>
                    <a:pt x="0" y="5"/>
                    <a:pt x="5" y="0"/>
                    <a:pt x="11" y="0"/>
                  </a:cubicBezTo>
                  <a:cubicBezTo>
                    <a:pt x="17" y="0"/>
                    <a:pt x="23" y="5"/>
                    <a:pt x="23" y="12"/>
                  </a:cubicBezTo>
                  <a:cubicBezTo>
                    <a:pt x="23" y="18"/>
                    <a:pt x="17" y="23"/>
                    <a:pt x="11" y="23"/>
                  </a:cubicBezTo>
                  <a:close/>
                  <a:moveTo>
                    <a:pt x="11" y="4"/>
                  </a:moveTo>
                  <a:cubicBezTo>
                    <a:pt x="7" y="4"/>
                    <a:pt x="4" y="8"/>
                    <a:pt x="4" y="12"/>
                  </a:cubicBezTo>
                  <a:cubicBezTo>
                    <a:pt x="4" y="16"/>
                    <a:pt x="7" y="19"/>
                    <a:pt x="11" y="19"/>
                  </a:cubicBezTo>
                  <a:cubicBezTo>
                    <a:pt x="15" y="19"/>
                    <a:pt x="19" y="16"/>
                    <a:pt x="19" y="12"/>
                  </a:cubicBezTo>
                  <a:cubicBezTo>
                    <a:pt x="19" y="8"/>
                    <a:pt x="15" y="4"/>
                    <a:pt x="11" y="4"/>
                  </a:cubicBez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en-US"/>
            </a:p>
          </p:txBody>
        </p:sp>
        <p:sp>
          <p:nvSpPr>
            <p:cNvPr id="99" name="Freeform 43">
              <a:extLst>
                <a:ext uri="{FF2B5EF4-FFF2-40B4-BE49-F238E27FC236}">
                  <a16:creationId xmlns:a16="http://schemas.microsoft.com/office/drawing/2014/main" id="{50FCFC8E-2DC3-4F27-9E02-196830E78D1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4763" y="2166938"/>
              <a:ext cx="114300" cy="452438"/>
            </a:xfrm>
            <a:custGeom>
              <a:avLst/>
              <a:gdLst/>
              <a:ahLst/>
              <a:cxnLst/>
              <a:rect l="0" t="0" r="r" b="b"/>
              <a:pathLst>
                <a:path w="72" h="285">
                  <a:moveTo>
                    <a:pt x="6" y="285"/>
                  </a:moveTo>
                  <a:lnTo>
                    <a:pt x="0" y="276"/>
                  </a:lnTo>
                  <a:lnTo>
                    <a:pt x="60" y="216"/>
                  </a:lnTo>
                  <a:lnTo>
                    <a:pt x="60" y="0"/>
                  </a:lnTo>
                  <a:lnTo>
                    <a:pt x="72" y="0"/>
                  </a:lnTo>
                  <a:lnTo>
                    <a:pt x="72" y="222"/>
                  </a:lnTo>
                  <a:lnTo>
                    <a:pt x="6" y="285"/>
                  </a:ln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en-US"/>
            </a:p>
          </p:txBody>
        </p:sp>
        <p:sp>
          <p:nvSpPr>
            <p:cNvPr id="100" name="Freeform 44">
              <a:extLst>
                <a:ext uri="{FF2B5EF4-FFF2-40B4-BE49-F238E27FC236}">
                  <a16:creationId xmlns:a16="http://schemas.microsoft.com/office/drawing/2014/main" id="{3A6EE414-1500-4144-B453-BA950E5107E9}"/>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52388" y="2066925"/>
              <a:ext cx="109538" cy="109538"/>
            </a:xfrm>
            <a:custGeom>
              <a:avLst/>
              <a:gdLst/>
              <a:ahLst/>
              <a:cxnLst/>
              <a:rect l="0" t="0" r="r" b="b"/>
              <a:pathLst>
                <a:path w="23" h="23">
                  <a:moveTo>
                    <a:pt x="12" y="23"/>
                  </a:moveTo>
                  <a:cubicBezTo>
                    <a:pt x="5" y="23"/>
                    <a:pt x="0" y="18"/>
                    <a:pt x="0" y="12"/>
                  </a:cubicBezTo>
                  <a:cubicBezTo>
                    <a:pt x="0" y="5"/>
                    <a:pt x="5" y="0"/>
                    <a:pt x="12" y="0"/>
                  </a:cubicBezTo>
                  <a:cubicBezTo>
                    <a:pt x="18" y="0"/>
                    <a:pt x="23" y="5"/>
                    <a:pt x="23" y="12"/>
                  </a:cubicBezTo>
                  <a:cubicBezTo>
                    <a:pt x="23" y="18"/>
                    <a:pt x="18" y="23"/>
                    <a:pt x="12" y="23"/>
                  </a:cubicBezTo>
                  <a:close/>
                  <a:moveTo>
                    <a:pt x="12" y="4"/>
                  </a:moveTo>
                  <a:cubicBezTo>
                    <a:pt x="8" y="4"/>
                    <a:pt x="4" y="8"/>
                    <a:pt x="4" y="12"/>
                  </a:cubicBezTo>
                  <a:cubicBezTo>
                    <a:pt x="4" y="16"/>
                    <a:pt x="8" y="19"/>
                    <a:pt x="12" y="19"/>
                  </a:cubicBezTo>
                  <a:cubicBezTo>
                    <a:pt x="16" y="19"/>
                    <a:pt x="19" y="16"/>
                    <a:pt x="19" y="12"/>
                  </a:cubicBezTo>
                  <a:cubicBezTo>
                    <a:pt x="19" y="8"/>
                    <a:pt x="16" y="4"/>
                    <a:pt x="12" y="4"/>
                  </a:cubicBez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en-US"/>
            </a:p>
          </p:txBody>
        </p:sp>
        <p:sp>
          <p:nvSpPr>
            <p:cNvPr id="101" name="Rectangle 45">
              <a:extLst>
                <a:ext uri="{FF2B5EF4-FFF2-40B4-BE49-F238E27FC236}">
                  <a16:creationId xmlns:a16="http://schemas.microsoft.com/office/drawing/2014/main" id="{0C1A9D8A-5515-4C84-AE17-A6D51243834B}"/>
                </a:ext>
                <a:ext uri="{C183D7F6-B498-43B3-948B-1728B52AA6E4}">
                  <adec:decorative xmlns:adec="http://schemas.microsoft.com/office/drawing/2017/decorative" val="1"/>
                </a:ext>
              </a:extLst>
            </p:cNvPr>
            <p:cNvSpPr>
              <a:spLocks noChangeArrowheads="1"/>
            </p:cNvSpPr>
            <p:nvPr>
              <p:extLst>
                <p:ext uri="{386F3935-93C4-4BCD-93E2-E3B085C9AB24}">
                  <p16:designElem xmlns:p16="http://schemas.microsoft.com/office/powerpoint/2015/main" val="1"/>
                </p:ext>
              </p:extLst>
            </p:nvPr>
          </p:nvSpPr>
          <p:spPr bwMode="auto">
            <a:xfrm>
              <a:off x="1228725" y="4662488"/>
              <a:ext cx="23813" cy="2181225"/>
            </a:xfrm>
            <a:prstGeom prst="rect">
              <a:avLst/>
            </a:pr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miter lim="800000"/>
                  <a:headEnd/>
                  <a:tailEnd/>
                </a14:hiddenLine>
              </a:ext>
            </a:extLst>
          </p:spPr>
          <p:txBody>
            <a:bodyPr/>
            <a:lstStyle/>
            <a:p>
              <a:endParaRPr lang="en-US"/>
            </a:p>
          </p:txBody>
        </p:sp>
        <p:sp>
          <p:nvSpPr>
            <p:cNvPr id="102" name="Freeform 46">
              <a:extLst>
                <a:ext uri="{FF2B5EF4-FFF2-40B4-BE49-F238E27FC236}">
                  <a16:creationId xmlns:a16="http://schemas.microsoft.com/office/drawing/2014/main" id="{E8E7C8C7-FE85-4C8F-960C-3748511E089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319213" y="5041900"/>
              <a:ext cx="371475" cy="1801813"/>
            </a:xfrm>
            <a:custGeom>
              <a:avLst/>
              <a:gdLst/>
              <a:ahLst/>
              <a:cxnLst/>
              <a:rect l="0" t="0" r="r" b="b"/>
              <a:pathLst>
                <a:path w="234" h="1135">
                  <a:moveTo>
                    <a:pt x="15" y="1135"/>
                  </a:moveTo>
                  <a:lnTo>
                    <a:pt x="0" y="1135"/>
                  </a:lnTo>
                  <a:lnTo>
                    <a:pt x="0" y="515"/>
                  </a:lnTo>
                  <a:lnTo>
                    <a:pt x="0" y="512"/>
                  </a:lnTo>
                  <a:lnTo>
                    <a:pt x="219" y="0"/>
                  </a:lnTo>
                  <a:lnTo>
                    <a:pt x="234" y="6"/>
                  </a:lnTo>
                  <a:lnTo>
                    <a:pt x="15" y="518"/>
                  </a:lnTo>
                  <a:lnTo>
                    <a:pt x="15" y="1135"/>
                  </a:ln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en-US"/>
            </a:p>
          </p:txBody>
        </p:sp>
        <p:sp>
          <p:nvSpPr>
            <p:cNvPr id="103" name="Freeform 47">
              <a:extLst>
                <a:ext uri="{FF2B5EF4-FFF2-40B4-BE49-F238E27FC236}">
                  <a16:creationId xmlns:a16="http://schemas.microsoft.com/office/drawing/2014/main" id="{33DF2ED7-F601-4A9F-AA50-822ED85D560C}"/>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1147763" y="448151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11"/>
                    <a:pt x="28" y="4"/>
                    <a:pt x="20" y="4"/>
                  </a:cubicBez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en-US"/>
            </a:p>
          </p:txBody>
        </p:sp>
        <p:sp>
          <p:nvSpPr>
            <p:cNvPr id="104" name="Freeform 48">
              <a:extLst>
                <a:ext uri="{FF2B5EF4-FFF2-40B4-BE49-F238E27FC236}">
                  <a16:creationId xmlns:a16="http://schemas.microsoft.com/office/drawing/2014/main" id="{FEDB3A05-6FDD-4E87-B800-8F997524443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819150" y="3983038"/>
              <a:ext cx="347663" cy="2860675"/>
            </a:xfrm>
            <a:custGeom>
              <a:avLst/>
              <a:gdLst/>
              <a:ahLst/>
              <a:cxnLst/>
              <a:rect l="0" t="0" r="r" b="b"/>
              <a:pathLst>
                <a:path w="219" h="1802">
                  <a:moveTo>
                    <a:pt x="219" y="1802"/>
                  </a:moveTo>
                  <a:lnTo>
                    <a:pt x="201" y="1802"/>
                  </a:lnTo>
                  <a:lnTo>
                    <a:pt x="201" y="1185"/>
                  </a:lnTo>
                  <a:lnTo>
                    <a:pt x="0" y="3"/>
                  </a:lnTo>
                  <a:lnTo>
                    <a:pt x="15" y="0"/>
                  </a:lnTo>
                  <a:lnTo>
                    <a:pt x="219" y="1185"/>
                  </a:lnTo>
                  <a:lnTo>
                    <a:pt x="219" y="1802"/>
                  </a:ln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en-US"/>
            </a:p>
          </p:txBody>
        </p:sp>
        <p:sp>
          <p:nvSpPr>
            <p:cNvPr id="105" name="Freeform 49">
              <a:extLst>
                <a:ext uri="{FF2B5EF4-FFF2-40B4-BE49-F238E27FC236}">
                  <a16:creationId xmlns:a16="http://schemas.microsoft.com/office/drawing/2014/main" id="{AD6225C0-E391-49D5-9A7B-57C5ED60E1AB}"/>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728663" y="3806825"/>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8"/>
                    <a:pt x="11" y="36"/>
                    <a:pt x="20" y="36"/>
                  </a:cubicBezTo>
                  <a:cubicBezTo>
                    <a:pt x="29" y="36"/>
                    <a:pt x="36" y="28"/>
                    <a:pt x="36" y="20"/>
                  </a:cubicBezTo>
                  <a:cubicBezTo>
                    <a:pt x="36" y="11"/>
                    <a:pt x="29" y="4"/>
                    <a:pt x="20" y="4"/>
                  </a:cubicBez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en-US"/>
            </a:p>
          </p:txBody>
        </p:sp>
        <p:sp>
          <p:nvSpPr>
            <p:cNvPr id="106" name="Freeform 50">
              <a:extLst>
                <a:ext uri="{FF2B5EF4-FFF2-40B4-BE49-F238E27FC236}">
                  <a16:creationId xmlns:a16="http://schemas.microsoft.com/office/drawing/2014/main" id="{B814B458-45E5-451C-9CBD-027E3776A4EE}"/>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1624013" y="4867275"/>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11"/>
                    <a:pt x="28" y="4"/>
                    <a:pt x="20" y="4"/>
                  </a:cubicBez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en-US"/>
            </a:p>
          </p:txBody>
        </p:sp>
        <p:sp>
          <p:nvSpPr>
            <p:cNvPr id="107" name="Freeform 51">
              <a:extLst>
                <a:ext uri="{FF2B5EF4-FFF2-40B4-BE49-F238E27FC236}">
                  <a16:creationId xmlns:a16="http://schemas.microsoft.com/office/drawing/2014/main" id="{59167140-9A0D-4FE7-8E37-2CD61301169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404938" y="5422900"/>
              <a:ext cx="371475" cy="1425575"/>
            </a:xfrm>
            <a:custGeom>
              <a:avLst/>
              <a:gdLst/>
              <a:ahLst/>
              <a:cxnLst/>
              <a:rect l="0" t="0" r="r" b="b"/>
              <a:pathLst>
                <a:path w="234" h="898">
                  <a:moveTo>
                    <a:pt x="18" y="898"/>
                  </a:moveTo>
                  <a:lnTo>
                    <a:pt x="0" y="898"/>
                  </a:lnTo>
                  <a:lnTo>
                    <a:pt x="0" y="515"/>
                  </a:lnTo>
                  <a:lnTo>
                    <a:pt x="0" y="512"/>
                  </a:lnTo>
                  <a:lnTo>
                    <a:pt x="222" y="0"/>
                  </a:lnTo>
                  <a:lnTo>
                    <a:pt x="234" y="6"/>
                  </a:lnTo>
                  <a:lnTo>
                    <a:pt x="18" y="518"/>
                  </a:lnTo>
                  <a:lnTo>
                    <a:pt x="18" y="898"/>
                  </a:ln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en-US"/>
            </a:p>
          </p:txBody>
        </p:sp>
        <p:sp>
          <p:nvSpPr>
            <p:cNvPr id="108" name="Freeform 52">
              <a:extLst>
                <a:ext uri="{FF2B5EF4-FFF2-40B4-BE49-F238E27FC236}">
                  <a16:creationId xmlns:a16="http://schemas.microsoft.com/office/drawing/2014/main" id="{2D38B213-991B-495D-8886-04CAD44C79B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666875" y="5945188"/>
              <a:ext cx="152400" cy="912813"/>
            </a:xfrm>
            <a:custGeom>
              <a:avLst/>
              <a:gdLst/>
              <a:ahLst/>
              <a:cxnLst/>
              <a:rect l="0" t="0" r="r" b="b"/>
              <a:pathLst>
                <a:path w="96" h="575">
                  <a:moveTo>
                    <a:pt x="15" y="575"/>
                  </a:moveTo>
                  <a:lnTo>
                    <a:pt x="0" y="569"/>
                  </a:lnTo>
                  <a:lnTo>
                    <a:pt x="81" y="383"/>
                  </a:lnTo>
                  <a:lnTo>
                    <a:pt x="81" y="0"/>
                  </a:lnTo>
                  <a:lnTo>
                    <a:pt x="96" y="0"/>
                  </a:lnTo>
                  <a:lnTo>
                    <a:pt x="96" y="386"/>
                  </a:lnTo>
                  <a:lnTo>
                    <a:pt x="15" y="575"/>
                  </a:ln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en-US"/>
            </a:p>
          </p:txBody>
        </p:sp>
        <p:sp>
          <p:nvSpPr>
            <p:cNvPr id="109" name="Freeform 53">
              <a:extLst>
                <a:ext uri="{FF2B5EF4-FFF2-40B4-BE49-F238E27FC236}">
                  <a16:creationId xmlns:a16="http://schemas.microsoft.com/office/drawing/2014/main" id="{67C1C3DA-3972-4D98-9D9E-390461B28877}"/>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1709738" y="5246688"/>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en-US"/>
            </a:p>
          </p:txBody>
        </p:sp>
        <p:sp>
          <p:nvSpPr>
            <p:cNvPr id="110" name="Freeform 54">
              <a:extLst>
                <a:ext uri="{FF2B5EF4-FFF2-40B4-BE49-F238E27FC236}">
                  <a16:creationId xmlns:a16="http://schemas.microsoft.com/office/drawing/2014/main" id="{972F8941-61DB-48E1-B9C1-E732470563E1}"/>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1709738" y="576421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en-US"/>
            </a:p>
          </p:txBody>
        </p:sp>
        <p:sp>
          <p:nvSpPr>
            <p:cNvPr id="111" name="Freeform 55">
              <a:extLst>
                <a:ext uri="{FF2B5EF4-FFF2-40B4-BE49-F238E27FC236}">
                  <a16:creationId xmlns:a16="http://schemas.microsoft.com/office/drawing/2014/main" id="{857B495F-5C9B-435F-8D39-45CC57471F9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766888" y="6330950"/>
              <a:ext cx="419100" cy="527050"/>
            </a:xfrm>
            <a:custGeom>
              <a:avLst/>
              <a:gdLst/>
              <a:ahLst/>
              <a:cxnLst/>
              <a:rect l="0" t="0" r="r" b="b"/>
              <a:pathLst>
                <a:path w="264" h="332">
                  <a:moveTo>
                    <a:pt x="12" y="332"/>
                  </a:moveTo>
                  <a:lnTo>
                    <a:pt x="0" y="326"/>
                  </a:lnTo>
                  <a:lnTo>
                    <a:pt x="45" y="206"/>
                  </a:lnTo>
                  <a:lnTo>
                    <a:pt x="255" y="0"/>
                  </a:lnTo>
                  <a:lnTo>
                    <a:pt x="264" y="12"/>
                  </a:lnTo>
                  <a:lnTo>
                    <a:pt x="60" y="215"/>
                  </a:lnTo>
                  <a:lnTo>
                    <a:pt x="12" y="332"/>
                  </a:ln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en-US"/>
            </a:p>
          </p:txBody>
        </p:sp>
        <p:sp>
          <p:nvSpPr>
            <p:cNvPr id="112" name="Freeform 56">
              <a:extLst>
                <a:ext uri="{FF2B5EF4-FFF2-40B4-BE49-F238E27FC236}">
                  <a16:creationId xmlns:a16="http://schemas.microsoft.com/office/drawing/2014/main" id="{B607428B-B7C9-4017-84F8-19C9B2134A95}"/>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2147888" y="6221413"/>
              <a:ext cx="157163" cy="147638"/>
            </a:xfrm>
            <a:custGeom>
              <a:avLst/>
              <a:gdLst/>
              <a:ahLst/>
              <a:cxnLst/>
              <a:rect l="0" t="0" r="r" b="b"/>
              <a:pathLst>
                <a:path w="33" h="31">
                  <a:moveTo>
                    <a:pt x="16" y="31"/>
                  </a:moveTo>
                  <a:cubicBezTo>
                    <a:pt x="12" y="31"/>
                    <a:pt x="8" y="29"/>
                    <a:pt x="5" y="26"/>
                  </a:cubicBezTo>
                  <a:cubicBezTo>
                    <a:pt x="2" y="24"/>
                    <a:pt x="0" y="20"/>
                    <a:pt x="0" y="15"/>
                  </a:cubicBezTo>
                  <a:cubicBezTo>
                    <a:pt x="0" y="11"/>
                    <a:pt x="2" y="7"/>
                    <a:pt x="5" y="4"/>
                  </a:cubicBezTo>
                  <a:cubicBezTo>
                    <a:pt x="8" y="1"/>
                    <a:pt x="12" y="0"/>
                    <a:pt x="16" y="0"/>
                  </a:cubicBezTo>
                  <a:cubicBezTo>
                    <a:pt x="20" y="0"/>
                    <a:pt x="24" y="1"/>
                    <a:pt x="27" y="4"/>
                  </a:cubicBezTo>
                  <a:cubicBezTo>
                    <a:pt x="33" y="10"/>
                    <a:pt x="33" y="20"/>
                    <a:pt x="27" y="26"/>
                  </a:cubicBezTo>
                  <a:cubicBezTo>
                    <a:pt x="24" y="29"/>
                    <a:pt x="20" y="31"/>
                    <a:pt x="16" y="31"/>
                  </a:cubicBezTo>
                  <a:close/>
                  <a:moveTo>
                    <a:pt x="16" y="4"/>
                  </a:moveTo>
                  <a:cubicBezTo>
                    <a:pt x="13" y="4"/>
                    <a:pt x="10" y="5"/>
                    <a:pt x="8" y="7"/>
                  </a:cubicBezTo>
                  <a:cubicBezTo>
                    <a:pt x="6" y="9"/>
                    <a:pt x="4" y="12"/>
                    <a:pt x="4" y="15"/>
                  </a:cubicBezTo>
                  <a:cubicBezTo>
                    <a:pt x="4" y="19"/>
                    <a:pt x="6" y="21"/>
                    <a:pt x="8" y="24"/>
                  </a:cubicBezTo>
                  <a:cubicBezTo>
                    <a:pt x="10" y="26"/>
                    <a:pt x="13" y="27"/>
                    <a:pt x="16" y="27"/>
                  </a:cubicBezTo>
                  <a:cubicBezTo>
                    <a:pt x="19" y="27"/>
                    <a:pt x="22" y="26"/>
                    <a:pt x="24" y="24"/>
                  </a:cubicBezTo>
                  <a:cubicBezTo>
                    <a:pt x="29" y="19"/>
                    <a:pt x="29" y="12"/>
                    <a:pt x="24" y="7"/>
                  </a:cubicBezTo>
                  <a:cubicBezTo>
                    <a:pt x="22" y="5"/>
                    <a:pt x="19" y="4"/>
                    <a:pt x="16" y="4"/>
                  </a:cubicBez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en-US"/>
            </a:p>
          </p:txBody>
        </p:sp>
        <p:sp>
          <p:nvSpPr>
            <p:cNvPr id="113" name="Freeform 57">
              <a:extLst>
                <a:ext uri="{FF2B5EF4-FFF2-40B4-BE49-F238E27FC236}">
                  <a16:creationId xmlns:a16="http://schemas.microsoft.com/office/drawing/2014/main" id="{A20C5139-2108-4F5E-B892-64F1D8605EF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504825" y="9525"/>
              <a:ext cx="233363" cy="5103813"/>
            </a:xfrm>
            <a:custGeom>
              <a:avLst/>
              <a:gdLst/>
              <a:ahLst/>
              <a:cxnLst/>
              <a:rect l="0" t="0" r="r" b="b"/>
              <a:pathLst>
                <a:path w="147" h="3215">
                  <a:moveTo>
                    <a:pt x="132" y="3215"/>
                  </a:moveTo>
                  <a:lnTo>
                    <a:pt x="129" y="2754"/>
                  </a:lnTo>
                  <a:lnTo>
                    <a:pt x="0" y="1901"/>
                  </a:lnTo>
                  <a:lnTo>
                    <a:pt x="0" y="0"/>
                  </a:lnTo>
                  <a:lnTo>
                    <a:pt x="15" y="0"/>
                  </a:lnTo>
                  <a:lnTo>
                    <a:pt x="15" y="1898"/>
                  </a:lnTo>
                  <a:lnTo>
                    <a:pt x="144" y="2754"/>
                  </a:lnTo>
                  <a:lnTo>
                    <a:pt x="147" y="3215"/>
                  </a:lnTo>
                  <a:lnTo>
                    <a:pt x="132" y="3215"/>
                  </a:ln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en-US"/>
            </a:p>
          </p:txBody>
        </p:sp>
        <p:sp>
          <p:nvSpPr>
            <p:cNvPr id="114" name="Freeform 58">
              <a:extLst>
                <a:ext uri="{FF2B5EF4-FFF2-40B4-BE49-F238E27FC236}">
                  <a16:creationId xmlns:a16="http://schemas.microsoft.com/office/drawing/2014/main" id="{C2A51623-F2F3-4584-93F5-598E56A5F4DE}"/>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633413" y="5103813"/>
              <a:ext cx="185738" cy="185738"/>
            </a:xfrm>
            <a:custGeom>
              <a:avLst/>
              <a:gdLst/>
              <a:ahLst/>
              <a:cxnLst/>
              <a:rect l="0" t="0" r="r" b="b"/>
              <a:pathLst>
                <a:path w="39" h="39">
                  <a:moveTo>
                    <a:pt x="20" y="39"/>
                  </a:moveTo>
                  <a:cubicBezTo>
                    <a:pt x="9" y="39"/>
                    <a:pt x="0" y="30"/>
                    <a:pt x="0" y="19"/>
                  </a:cubicBezTo>
                  <a:cubicBezTo>
                    <a:pt x="0" y="9"/>
                    <a:pt x="9" y="0"/>
                    <a:pt x="20" y="0"/>
                  </a:cubicBezTo>
                  <a:cubicBezTo>
                    <a:pt x="30" y="0"/>
                    <a:pt x="39" y="9"/>
                    <a:pt x="39" y="19"/>
                  </a:cubicBezTo>
                  <a:cubicBezTo>
                    <a:pt x="39" y="30"/>
                    <a:pt x="30" y="39"/>
                    <a:pt x="20" y="39"/>
                  </a:cubicBezTo>
                  <a:close/>
                  <a:moveTo>
                    <a:pt x="20" y="4"/>
                  </a:moveTo>
                  <a:cubicBezTo>
                    <a:pt x="11" y="4"/>
                    <a:pt x="4" y="11"/>
                    <a:pt x="4" y="19"/>
                  </a:cubicBezTo>
                  <a:cubicBezTo>
                    <a:pt x="4" y="28"/>
                    <a:pt x="11" y="35"/>
                    <a:pt x="20" y="35"/>
                  </a:cubicBezTo>
                  <a:cubicBezTo>
                    <a:pt x="28" y="35"/>
                    <a:pt x="35" y="28"/>
                    <a:pt x="35" y="19"/>
                  </a:cubicBezTo>
                  <a:cubicBezTo>
                    <a:pt x="35" y="11"/>
                    <a:pt x="28" y="4"/>
                    <a:pt x="20" y="4"/>
                  </a:cubicBez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en-US"/>
            </a:p>
          </p:txBody>
        </p:sp>
      </p:grpSp>
    </p:spTree>
    <p:extLst>
      <p:ext uri="{BB962C8B-B14F-4D97-AF65-F5344CB8AC3E}">
        <p14:creationId xmlns:p14="http://schemas.microsoft.com/office/powerpoint/2010/main" val="319598769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190A0AB7-5B1B-442E-A834-69CCB50ED722}"/>
              </a:ext>
            </a:extLst>
          </p:cNvPr>
          <p:cNvSpPr/>
          <p:nvPr/>
        </p:nvSpPr>
        <p:spPr>
          <a:xfrm>
            <a:off x="728870" y="649518"/>
            <a:ext cx="10525284" cy="4493538"/>
          </a:xfrm>
          <a:prstGeom prst="rect">
            <a:avLst/>
          </a:prstGeom>
        </p:spPr>
        <p:txBody>
          <a:bodyPr wrap="square">
            <a:spAutoFit/>
          </a:bodyPr>
          <a:lstStyle/>
          <a:p>
            <a:r>
              <a:rPr lang="en-IN" dirty="0">
                <a:latin typeface="Arial Black" panose="020B0A04020102020204" pitchFamily="34" charset="0"/>
              </a:rPr>
              <a:t> </a:t>
            </a:r>
            <a:r>
              <a:rPr lang="en-IN" sz="2800" dirty="0">
                <a:solidFill>
                  <a:schemeClr val="accent4">
                    <a:lumMod val="60000"/>
                    <a:lumOff val="40000"/>
                  </a:schemeClr>
                </a:solidFill>
                <a:latin typeface="Arial Black" panose="020B0A04020102020204" pitchFamily="34" charset="0"/>
              </a:rPr>
              <a:t>INTRODUCTION  </a:t>
            </a:r>
          </a:p>
          <a:p>
            <a:r>
              <a:rPr lang="en-IN" dirty="0"/>
              <a:t> </a:t>
            </a:r>
          </a:p>
          <a:p>
            <a:r>
              <a:rPr lang="en-IN" sz="2400" dirty="0"/>
              <a:t>In the present era, Security of information is one of the most important factors of information technology and communication. Every person wants their communicating data to be secret and safe. Any organization who deals with confidential data whose first priority is sending the safe and secure messages to other. Almost all information hiding techniques are used for military, internet banking, intelligence agencies and for privacy etc. so it is most important topic in the current time.</a:t>
            </a:r>
          </a:p>
          <a:p>
            <a:r>
              <a:rPr lang="en-IN" sz="2400" dirty="0"/>
              <a:t>The two important techniques for providing security are cryptography and steganography. Both are well-known and widely used techniques which used for information security for confidentiality of data exchange.</a:t>
            </a:r>
          </a:p>
        </p:txBody>
      </p:sp>
    </p:spTree>
    <p:extLst>
      <p:ext uri="{BB962C8B-B14F-4D97-AF65-F5344CB8AC3E}">
        <p14:creationId xmlns:p14="http://schemas.microsoft.com/office/powerpoint/2010/main" val="3699950904"/>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6B666914-F02E-4A07-8A13-ECC48D0B5FA9}"/>
              </a:ext>
            </a:extLst>
          </p:cNvPr>
          <p:cNvSpPr/>
          <p:nvPr/>
        </p:nvSpPr>
        <p:spPr>
          <a:xfrm>
            <a:off x="589720" y="182291"/>
            <a:ext cx="6327915" cy="800219"/>
          </a:xfrm>
          <a:prstGeom prst="rect">
            <a:avLst/>
          </a:prstGeom>
        </p:spPr>
        <p:txBody>
          <a:bodyPr wrap="square">
            <a:spAutoFit/>
          </a:bodyPr>
          <a:lstStyle/>
          <a:p>
            <a:r>
              <a:rPr lang="en-IN" sz="2800" b="1" dirty="0"/>
              <a:t> </a:t>
            </a:r>
            <a:r>
              <a:rPr lang="en-IN" sz="2800" b="1" dirty="0">
                <a:solidFill>
                  <a:schemeClr val="accent4">
                    <a:lumMod val="60000"/>
                    <a:lumOff val="40000"/>
                  </a:schemeClr>
                </a:solidFill>
              </a:rPr>
              <a:t>Steganography </a:t>
            </a:r>
          </a:p>
          <a:p>
            <a:r>
              <a:rPr lang="en-IN" dirty="0"/>
              <a:t> </a:t>
            </a:r>
          </a:p>
        </p:txBody>
      </p:sp>
      <p:sp>
        <p:nvSpPr>
          <p:cNvPr id="3" name="Rectangle 2">
            <a:extLst>
              <a:ext uri="{FF2B5EF4-FFF2-40B4-BE49-F238E27FC236}">
                <a16:creationId xmlns:a16="http://schemas.microsoft.com/office/drawing/2014/main" id="{44030CC2-289E-4E5A-B764-AF14C8F338BF}"/>
              </a:ext>
            </a:extLst>
          </p:cNvPr>
          <p:cNvSpPr>
            <a:spLocks noChangeArrowheads="1"/>
          </p:cNvSpPr>
          <p:nvPr/>
        </p:nvSpPr>
        <p:spPr bwMode="auto">
          <a:xfrm rot="10800000" flipV="1">
            <a:off x="967405" y="713038"/>
            <a:ext cx="10919794" cy="61555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0" tIns="0" rIns="0" bIns="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2000" b="1" i="0" u="none" strike="noStrike" cap="none" normalizeH="0" baseline="0" dirty="0">
                <a:ln>
                  <a:noFill/>
                </a:ln>
                <a:effectLst/>
                <a:latin typeface="+mn-lt"/>
                <a:cs typeface="Arial" panose="020B0604020202020204" pitchFamily="34" charset="0"/>
              </a:rPr>
              <a:t>Steganography</a:t>
            </a:r>
            <a:r>
              <a:rPr kumimoji="0" lang="en-US" altLang="en-US" sz="2000" b="0" i="0" u="none" strike="noStrike" cap="none" normalizeH="0" baseline="0" dirty="0">
                <a:ln>
                  <a:noFill/>
                </a:ln>
                <a:effectLst/>
                <a:latin typeface="+mn-lt"/>
                <a:cs typeface="Arial" panose="020B0604020202020204" pitchFamily="34" charset="0"/>
              </a:rPr>
              <a:t> is the practice of concealing a file, message, image, or video within another file, message, image, or video.</a:t>
            </a:r>
          </a:p>
        </p:txBody>
      </p:sp>
      <p:sp>
        <p:nvSpPr>
          <p:cNvPr id="4" name="Rectangle 3">
            <a:extLst>
              <a:ext uri="{FF2B5EF4-FFF2-40B4-BE49-F238E27FC236}">
                <a16:creationId xmlns:a16="http://schemas.microsoft.com/office/drawing/2014/main" id="{016E90B2-FA2E-4EE7-8ED8-1197D6599069}"/>
              </a:ext>
            </a:extLst>
          </p:cNvPr>
          <p:cNvSpPr/>
          <p:nvPr/>
        </p:nvSpPr>
        <p:spPr>
          <a:xfrm>
            <a:off x="589720" y="1328592"/>
            <a:ext cx="11297479" cy="1138773"/>
          </a:xfrm>
          <a:prstGeom prst="rect">
            <a:avLst/>
          </a:prstGeom>
        </p:spPr>
        <p:txBody>
          <a:bodyPr wrap="square">
            <a:spAutoFit/>
          </a:bodyPr>
          <a:lstStyle/>
          <a:p>
            <a:r>
              <a:rPr lang="en-IN" dirty="0"/>
              <a:t> </a:t>
            </a:r>
            <a:r>
              <a:rPr lang="en-IN" sz="2800" b="1" dirty="0">
                <a:solidFill>
                  <a:schemeClr val="accent4">
                    <a:lumMod val="60000"/>
                    <a:lumOff val="40000"/>
                  </a:schemeClr>
                </a:solidFill>
                <a:latin typeface="+mj-lt"/>
              </a:rPr>
              <a:t>Cryptography </a:t>
            </a:r>
          </a:p>
          <a:p>
            <a:r>
              <a:rPr lang="en-US" sz="2000" dirty="0"/>
              <a:t>Cryptography is a branch of mathematics concerned with the study of hiding and revealing information and also for proving authorship of messages</a:t>
            </a:r>
            <a:r>
              <a:rPr lang="en-US" sz="2000" dirty="0">
                <a:solidFill>
                  <a:schemeClr val="bg1"/>
                </a:solidFill>
              </a:rPr>
              <a:t>.</a:t>
            </a:r>
            <a:endParaRPr lang="en-IN" sz="2000" dirty="0">
              <a:solidFill>
                <a:schemeClr val="bg1"/>
              </a:solidFill>
            </a:endParaRPr>
          </a:p>
        </p:txBody>
      </p:sp>
      <p:sp>
        <p:nvSpPr>
          <p:cNvPr id="5" name="Rectangle 4">
            <a:extLst>
              <a:ext uri="{FF2B5EF4-FFF2-40B4-BE49-F238E27FC236}">
                <a16:creationId xmlns:a16="http://schemas.microsoft.com/office/drawing/2014/main" id="{F72FFCAB-5A51-4064-ADCA-2F1B507F4921}"/>
              </a:ext>
            </a:extLst>
          </p:cNvPr>
          <p:cNvSpPr/>
          <p:nvPr/>
        </p:nvSpPr>
        <p:spPr>
          <a:xfrm>
            <a:off x="506894" y="4921383"/>
            <a:ext cx="11380305" cy="1754326"/>
          </a:xfrm>
          <a:prstGeom prst="rect">
            <a:avLst/>
          </a:prstGeom>
        </p:spPr>
        <p:txBody>
          <a:bodyPr wrap="square">
            <a:spAutoFit/>
          </a:bodyPr>
          <a:lstStyle/>
          <a:p>
            <a:r>
              <a:rPr lang="en-IN" dirty="0"/>
              <a:t> </a:t>
            </a:r>
            <a:r>
              <a:rPr lang="en-IN" sz="2800" b="1" dirty="0">
                <a:solidFill>
                  <a:schemeClr val="accent4">
                    <a:lumMod val="60000"/>
                    <a:lumOff val="40000"/>
                  </a:schemeClr>
                </a:solidFill>
                <a:latin typeface="+mj-lt"/>
              </a:rPr>
              <a:t>DUAL STEGANOGRAPHY </a:t>
            </a:r>
          </a:p>
          <a:p>
            <a:r>
              <a:rPr lang="en-IN" dirty="0"/>
              <a:t> </a:t>
            </a:r>
            <a:r>
              <a:rPr lang="en-IN" sz="2000" dirty="0"/>
              <a:t>Inside the steganography process, cryptography is used, so it’s called as Dual Steganography.  The basic model of dual steganography is the secret data is firstly converted into encrypted form and then using this encrypted information as secret data, is hidden inside the cover image with the help of embedding algorithm and finally the stego image is formed which is same as cover image in human perceptible </a:t>
            </a:r>
            <a:r>
              <a:rPr lang="en-IN" dirty="0"/>
              <a:t>way. </a:t>
            </a:r>
          </a:p>
        </p:txBody>
      </p:sp>
      <p:pic>
        <p:nvPicPr>
          <p:cNvPr id="6" name="Picture 5">
            <a:extLst>
              <a:ext uri="{FF2B5EF4-FFF2-40B4-BE49-F238E27FC236}">
                <a16:creationId xmlns:a16="http://schemas.microsoft.com/office/drawing/2014/main" id="{D35BBE95-C223-428A-910D-46C7FA86ADFB}"/>
              </a:ext>
            </a:extLst>
          </p:cNvPr>
          <p:cNvPicPr>
            <a:picLocks noChangeAspect="1"/>
          </p:cNvPicPr>
          <p:nvPr/>
        </p:nvPicPr>
        <p:blipFill>
          <a:blip r:embed="rId2"/>
          <a:stretch>
            <a:fillRect/>
          </a:stretch>
        </p:blipFill>
        <p:spPr>
          <a:xfrm>
            <a:off x="589720" y="2585236"/>
            <a:ext cx="11297479" cy="2336147"/>
          </a:xfrm>
          <a:prstGeom prst="rect">
            <a:avLst/>
          </a:prstGeom>
        </p:spPr>
      </p:pic>
    </p:spTree>
    <p:extLst>
      <p:ext uri="{BB962C8B-B14F-4D97-AF65-F5344CB8AC3E}">
        <p14:creationId xmlns:p14="http://schemas.microsoft.com/office/powerpoint/2010/main" val="34957644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428B8959-53EF-4F69-A89C-046E12EC038D}"/>
              </a:ext>
            </a:extLst>
          </p:cNvPr>
          <p:cNvSpPr/>
          <p:nvPr/>
        </p:nvSpPr>
        <p:spPr>
          <a:xfrm>
            <a:off x="4707782" y="156372"/>
            <a:ext cx="2471959" cy="556434"/>
          </a:xfrm>
          <a:prstGeom prst="rect">
            <a:avLst/>
          </a:prstGeom>
        </p:spPr>
        <p:txBody>
          <a:bodyPr wrap="square">
            <a:spAutoFit/>
          </a:bodyPr>
          <a:lstStyle/>
          <a:p>
            <a:pPr algn="ctr">
              <a:lnSpc>
                <a:spcPct val="115000"/>
              </a:lnSpc>
              <a:spcAft>
                <a:spcPts val="1000"/>
              </a:spcAft>
            </a:pPr>
            <a:r>
              <a:rPr lang="en-US" sz="2800" dirty="0">
                <a:solidFill>
                  <a:schemeClr val="accent4">
                    <a:lumMod val="60000"/>
                    <a:lumOff val="40000"/>
                  </a:schemeClr>
                </a:solidFill>
                <a:latin typeface="Times New Roman" panose="02020603050405020304" pitchFamily="18" charset="0"/>
                <a:ea typeface="Calibri" panose="020F0502020204030204" pitchFamily="34" charset="0"/>
                <a:cs typeface="Gautami" panose="020B0502040204020203" pitchFamily="34" charset="0"/>
              </a:rPr>
              <a:t>ABSTRACT</a:t>
            </a:r>
            <a:endParaRPr lang="en-IN" sz="2800" dirty="0">
              <a:solidFill>
                <a:schemeClr val="accent4">
                  <a:lumMod val="60000"/>
                  <a:lumOff val="40000"/>
                </a:schemeClr>
              </a:solidFill>
              <a:effectLst/>
              <a:latin typeface="Calibri" panose="020F0502020204030204" pitchFamily="34" charset="0"/>
              <a:ea typeface="Calibri" panose="020F0502020204030204" pitchFamily="34" charset="0"/>
              <a:cs typeface="Gautami" panose="020B0502040204020203" pitchFamily="34" charset="0"/>
            </a:endParaRPr>
          </a:p>
        </p:txBody>
      </p:sp>
      <p:sp>
        <p:nvSpPr>
          <p:cNvPr id="3" name="Rectangle 2">
            <a:extLst>
              <a:ext uri="{FF2B5EF4-FFF2-40B4-BE49-F238E27FC236}">
                <a16:creationId xmlns:a16="http://schemas.microsoft.com/office/drawing/2014/main" id="{E9314B21-8E03-4C80-8EE4-A638F28953D4}"/>
              </a:ext>
            </a:extLst>
          </p:cNvPr>
          <p:cNvSpPr/>
          <p:nvPr/>
        </p:nvSpPr>
        <p:spPr>
          <a:xfrm>
            <a:off x="1388940" y="875471"/>
            <a:ext cx="2471959" cy="461665"/>
          </a:xfrm>
          <a:prstGeom prst="rect">
            <a:avLst/>
          </a:prstGeom>
        </p:spPr>
        <p:txBody>
          <a:bodyPr wrap="none">
            <a:spAutoFit/>
          </a:bodyPr>
          <a:lstStyle/>
          <a:p>
            <a:r>
              <a:rPr lang="en-IN" sz="2400" dirty="0">
                <a:solidFill>
                  <a:schemeClr val="accent3">
                    <a:lumMod val="60000"/>
                    <a:lumOff val="40000"/>
                  </a:schemeClr>
                </a:solidFill>
              </a:rPr>
              <a:t>EXISTING SYSTEM:</a:t>
            </a:r>
          </a:p>
        </p:txBody>
      </p:sp>
      <p:sp>
        <p:nvSpPr>
          <p:cNvPr id="4" name="Rectangle 3">
            <a:extLst>
              <a:ext uri="{FF2B5EF4-FFF2-40B4-BE49-F238E27FC236}">
                <a16:creationId xmlns:a16="http://schemas.microsoft.com/office/drawing/2014/main" id="{4E494B26-C648-476D-B001-FCEDD463163E}"/>
              </a:ext>
            </a:extLst>
          </p:cNvPr>
          <p:cNvSpPr/>
          <p:nvPr/>
        </p:nvSpPr>
        <p:spPr>
          <a:xfrm>
            <a:off x="927652" y="1961467"/>
            <a:ext cx="10336696" cy="4062651"/>
          </a:xfrm>
          <a:prstGeom prst="rect">
            <a:avLst/>
          </a:prstGeom>
        </p:spPr>
        <p:txBody>
          <a:bodyPr wrap="square">
            <a:spAutoFit/>
          </a:bodyPr>
          <a:lstStyle/>
          <a:p>
            <a:r>
              <a:rPr lang="en-IN" sz="2400" dirty="0"/>
              <a:t>Video Steganography may be a technique to cover any reasonably files into a carrying video file. The employment of the video primarily based steganography is additional eligible than different transmission files thanks to its size and memory necessities. </a:t>
            </a:r>
            <a:r>
              <a:rPr lang="en-US" sz="2400" dirty="0"/>
              <a:t>The average number of still images per unit of time of video is twenty four frames per second.</a:t>
            </a:r>
            <a:endParaRPr lang="en-IN" sz="2400" dirty="0"/>
          </a:p>
          <a:p>
            <a:r>
              <a:rPr lang="en-US" sz="2400" dirty="0"/>
              <a:t> </a:t>
            </a:r>
            <a:endParaRPr lang="en-IN" sz="2400" dirty="0"/>
          </a:p>
          <a:p>
            <a:r>
              <a:rPr lang="en-US" sz="2400" dirty="0"/>
              <a:t>If a person sends sensitive information over the insecure channels of the system then there may be a chance of hacking it, they can alter the information and sends it over the net. (Example is military persons sending sensitive information over the net.)</a:t>
            </a:r>
            <a:endParaRPr lang="en-IN" sz="2400" dirty="0"/>
          </a:p>
          <a:p>
            <a:endParaRPr lang="en-IN" dirty="0"/>
          </a:p>
        </p:txBody>
      </p:sp>
    </p:spTree>
    <p:extLst>
      <p:ext uri="{BB962C8B-B14F-4D97-AF65-F5344CB8AC3E}">
        <p14:creationId xmlns:p14="http://schemas.microsoft.com/office/powerpoint/2010/main" val="2292242956"/>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12C12FC4-8EA2-4BD0-A1E8-C56DA1B8A0CD}"/>
              </a:ext>
            </a:extLst>
          </p:cNvPr>
          <p:cNvSpPr/>
          <p:nvPr/>
        </p:nvSpPr>
        <p:spPr>
          <a:xfrm>
            <a:off x="1233628" y="157442"/>
            <a:ext cx="2693879" cy="461665"/>
          </a:xfrm>
          <a:prstGeom prst="rect">
            <a:avLst/>
          </a:prstGeom>
        </p:spPr>
        <p:txBody>
          <a:bodyPr wrap="none">
            <a:spAutoFit/>
          </a:bodyPr>
          <a:lstStyle/>
          <a:p>
            <a:r>
              <a:rPr lang="en-IN" sz="2400" dirty="0">
                <a:solidFill>
                  <a:schemeClr val="accent3">
                    <a:lumMod val="60000"/>
                    <a:lumOff val="40000"/>
                  </a:schemeClr>
                </a:solidFill>
              </a:rPr>
              <a:t>PROPOSED SYSTEM:</a:t>
            </a:r>
          </a:p>
        </p:txBody>
      </p:sp>
      <p:sp>
        <p:nvSpPr>
          <p:cNvPr id="3" name="Rectangle 2">
            <a:extLst>
              <a:ext uri="{FF2B5EF4-FFF2-40B4-BE49-F238E27FC236}">
                <a16:creationId xmlns:a16="http://schemas.microsoft.com/office/drawing/2014/main" id="{4BBB2AF3-5FE0-4A99-AD02-7EECB97A0FB3}"/>
              </a:ext>
            </a:extLst>
          </p:cNvPr>
          <p:cNvSpPr/>
          <p:nvPr/>
        </p:nvSpPr>
        <p:spPr>
          <a:xfrm>
            <a:off x="516835" y="808474"/>
            <a:ext cx="10972800" cy="1485663"/>
          </a:xfrm>
          <a:prstGeom prst="rect">
            <a:avLst/>
          </a:prstGeom>
        </p:spPr>
        <p:txBody>
          <a:bodyPr wrap="square">
            <a:spAutoFit/>
          </a:bodyPr>
          <a:lstStyle/>
          <a:p>
            <a:pPr indent="457200" algn="just">
              <a:lnSpc>
                <a:spcPct val="115000"/>
              </a:lnSpc>
              <a:spcAft>
                <a:spcPts val="1000"/>
              </a:spcAft>
            </a:pPr>
            <a:r>
              <a:rPr lang="en-US" sz="2000" dirty="0">
                <a:latin typeface="Times New Roman" panose="02020603050405020304" pitchFamily="18" charset="0"/>
                <a:ea typeface="Calibri" panose="020F0502020204030204" pitchFamily="34" charset="0"/>
                <a:cs typeface="Gautami" panose="020B0502040204020203" pitchFamily="34" charset="0"/>
              </a:rPr>
              <a:t>In the proposed system the above problem has been solved by encrypting before embedding the data into the video file.  Then this video file will be passed over the net, even if hacker hacks it, can be able to see only an video file.  At the destination side this data will be encrypted from video file and performs decryption to get original message.</a:t>
            </a:r>
            <a:endParaRPr lang="en-IN" sz="2000" dirty="0">
              <a:effectLst/>
              <a:latin typeface="Calibri" panose="020F0502020204030204" pitchFamily="34" charset="0"/>
              <a:ea typeface="Calibri" panose="020F0502020204030204" pitchFamily="34" charset="0"/>
              <a:cs typeface="Gautami" panose="020B0502040204020203" pitchFamily="34" charset="0"/>
            </a:endParaRPr>
          </a:p>
        </p:txBody>
      </p:sp>
      <p:sp>
        <p:nvSpPr>
          <p:cNvPr id="4" name="Rectangle 3">
            <a:extLst>
              <a:ext uri="{FF2B5EF4-FFF2-40B4-BE49-F238E27FC236}">
                <a16:creationId xmlns:a16="http://schemas.microsoft.com/office/drawing/2014/main" id="{1AC3261D-5233-4F39-8ED1-76B61DD5A32B}"/>
              </a:ext>
            </a:extLst>
          </p:cNvPr>
          <p:cNvSpPr/>
          <p:nvPr/>
        </p:nvSpPr>
        <p:spPr>
          <a:xfrm>
            <a:off x="516836" y="2436505"/>
            <a:ext cx="11078816" cy="3609321"/>
          </a:xfrm>
          <a:prstGeom prst="rect">
            <a:avLst/>
          </a:prstGeom>
        </p:spPr>
        <p:txBody>
          <a:bodyPr wrap="square">
            <a:spAutoFit/>
          </a:bodyPr>
          <a:lstStyle/>
          <a:p>
            <a:pPr indent="457200" algn="just">
              <a:lnSpc>
                <a:spcPct val="115000"/>
              </a:lnSpc>
              <a:spcAft>
                <a:spcPts val="0"/>
              </a:spcAft>
            </a:pPr>
            <a:r>
              <a:rPr lang="en-US" sz="2000" dirty="0">
                <a:ea typeface="Calibri" panose="020F0502020204030204" pitchFamily="34" charset="0"/>
                <a:cs typeface="Gautami" panose="020B0502040204020203" pitchFamily="34" charset="0"/>
              </a:rPr>
              <a:t> By using this concept: </a:t>
            </a:r>
            <a:endParaRPr lang="en-IN" sz="2000" dirty="0">
              <a:ea typeface="Calibri" panose="020F0502020204030204" pitchFamily="34" charset="0"/>
              <a:cs typeface="Gautami" panose="020B0502040204020203" pitchFamily="34" charset="0"/>
            </a:endParaRPr>
          </a:p>
          <a:p>
            <a:pPr marL="342900" lvl="0" indent="-342900" algn="just">
              <a:lnSpc>
                <a:spcPct val="115000"/>
              </a:lnSpc>
              <a:spcAft>
                <a:spcPts val="0"/>
              </a:spcAft>
              <a:buFont typeface="Symbol" panose="05050102010706020507" pitchFamily="18" charset="2"/>
              <a:buChar char=""/>
            </a:pPr>
            <a:r>
              <a:rPr lang="en-US" sz="2000" dirty="0">
                <a:ea typeface="Calibri" panose="020F0502020204030204" pitchFamily="34" charset="0"/>
                <a:cs typeface="Gautami" panose="020B0502040204020203" pitchFamily="34" charset="0"/>
              </a:rPr>
              <a:t>Large amount of data can be stored because of embedding the information inside video.</a:t>
            </a:r>
            <a:endParaRPr lang="en-IN" sz="2000" dirty="0">
              <a:ea typeface="Calibri" panose="020F0502020204030204" pitchFamily="34" charset="0"/>
              <a:cs typeface="Gautami" panose="020B0502040204020203" pitchFamily="34" charset="0"/>
            </a:endParaRPr>
          </a:p>
          <a:p>
            <a:pPr marL="342900" lvl="0" indent="-342900" algn="just">
              <a:lnSpc>
                <a:spcPct val="115000"/>
              </a:lnSpc>
              <a:spcAft>
                <a:spcPts val="0"/>
              </a:spcAft>
              <a:buFont typeface="Symbol" panose="05050102010706020507" pitchFamily="18" charset="2"/>
              <a:buChar char=""/>
            </a:pPr>
            <a:r>
              <a:rPr lang="en-US" sz="2000" dirty="0">
                <a:ea typeface="Calibri" panose="020F0502020204030204" pitchFamily="34" charset="0"/>
                <a:cs typeface="Gautami" panose="020B0502040204020203" pitchFamily="34" charset="0"/>
              </a:rPr>
              <a:t>More security will be provided to data since the information is encrypted using Feistel network before embedding it inside the video.</a:t>
            </a:r>
            <a:endParaRPr lang="en-IN" sz="2000" dirty="0">
              <a:ea typeface="Calibri" panose="020F0502020204030204" pitchFamily="34" charset="0"/>
              <a:cs typeface="Gautami" panose="020B0502040204020203" pitchFamily="34" charset="0"/>
            </a:endParaRPr>
          </a:p>
          <a:p>
            <a:pPr marL="342900" lvl="0" indent="-342900" algn="just">
              <a:lnSpc>
                <a:spcPct val="115000"/>
              </a:lnSpc>
              <a:spcAft>
                <a:spcPts val="0"/>
              </a:spcAft>
              <a:buFont typeface="Symbol" panose="05050102010706020507" pitchFamily="18" charset="2"/>
              <a:buChar char=""/>
            </a:pPr>
            <a:r>
              <a:rPr lang="en-US" sz="2000" dirty="0">
                <a:ea typeface="Calibri" panose="020F0502020204030204" pitchFamily="34" charset="0"/>
                <a:cs typeface="Gautami" panose="020B0502040204020203" pitchFamily="34" charset="0"/>
              </a:rPr>
              <a:t>Quality of cover video will not be affected. </a:t>
            </a:r>
            <a:endParaRPr lang="en-IN" sz="2000" dirty="0">
              <a:ea typeface="Calibri" panose="020F0502020204030204" pitchFamily="34" charset="0"/>
              <a:cs typeface="Gautami" panose="020B0502040204020203" pitchFamily="34" charset="0"/>
            </a:endParaRPr>
          </a:p>
          <a:p>
            <a:pPr marL="342900" lvl="0" indent="-342900" algn="just">
              <a:lnSpc>
                <a:spcPct val="115000"/>
              </a:lnSpc>
              <a:spcAft>
                <a:spcPts val="0"/>
              </a:spcAft>
              <a:buFont typeface="Symbol" panose="05050102010706020507" pitchFamily="18" charset="2"/>
              <a:buChar char=""/>
            </a:pPr>
            <a:r>
              <a:rPr lang="en-US" sz="2000" dirty="0">
                <a:ea typeface="Calibri" panose="020F0502020204030204" pitchFamily="34" charset="0"/>
                <a:cs typeface="Gautami" panose="020B0502040204020203" pitchFamily="34" charset="0"/>
              </a:rPr>
              <a:t>Since Linked List method has been used for embedding information inside video, it will be difficult for the intruders to predict the location of the presence of the information inside each frame. In Linked List method, after embedding the byte of information inside one 3*3 pixel, the address of the location of next byte of information should be embedded next to it. The Stego frames are then combined to get the Stego Video.</a:t>
            </a:r>
            <a:endParaRPr lang="en-IN" sz="2000" dirty="0">
              <a:effectLst/>
              <a:ea typeface="Calibri" panose="020F0502020204030204" pitchFamily="34" charset="0"/>
              <a:cs typeface="Gautami" panose="020B0502040204020203" pitchFamily="34" charset="0"/>
            </a:endParaRPr>
          </a:p>
        </p:txBody>
      </p:sp>
    </p:spTree>
    <p:extLst>
      <p:ext uri="{BB962C8B-B14F-4D97-AF65-F5344CB8AC3E}">
        <p14:creationId xmlns:p14="http://schemas.microsoft.com/office/powerpoint/2010/main" val="2118453721"/>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8E8AE9DC-AB00-47BC-BD8A-50C56B6FC573}"/>
              </a:ext>
            </a:extLst>
          </p:cNvPr>
          <p:cNvSpPr/>
          <p:nvPr/>
        </p:nvSpPr>
        <p:spPr>
          <a:xfrm>
            <a:off x="3082119" y="45429"/>
            <a:ext cx="6519081" cy="400110"/>
          </a:xfrm>
          <a:prstGeom prst="rect">
            <a:avLst/>
          </a:prstGeom>
        </p:spPr>
        <p:txBody>
          <a:bodyPr wrap="square">
            <a:spAutoFit/>
          </a:bodyPr>
          <a:lstStyle/>
          <a:p>
            <a:r>
              <a:rPr lang="en-US" sz="2000" b="1" dirty="0">
                <a:solidFill>
                  <a:schemeClr val="accent3">
                    <a:lumMod val="60000"/>
                    <a:lumOff val="40000"/>
                  </a:schemeClr>
                </a:solidFill>
              </a:rPr>
              <a:t>H/W System Configuration:-</a:t>
            </a:r>
            <a:endParaRPr lang="en-IN" sz="2000" b="1" dirty="0">
              <a:solidFill>
                <a:schemeClr val="accent3">
                  <a:lumMod val="60000"/>
                  <a:lumOff val="40000"/>
                </a:schemeClr>
              </a:solidFill>
            </a:endParaRPr>
          </a:p>
        </p:txBody>
      </p:sp>
      <p:sp>
        <p:nvSpPr>
          <p:cNvPr id="3" name="Rectangle 2">
            <a:extLst>
              <a:ext uri="{FF2B5EF4-FFF2-40B4-BE49-F238E27FC236}">
                <a16:creationId xmlns:a16="http://schemas.microsoft.com/office/drawing/2014/main" id="{D29337C2-6011-49A3-9E63-E572941F080C}"/>
              </a:ext>
            </a:extLst>
          </p:cNvPr>
          <p:cNvSpPr/>
          <p:nvPr/>
        </p:nvSpPr>
        <p:spPr>
          <a:xfrm>
            <a:off x="2784143" y="392794"/>
            <a:ext cx="7376615" cy="7099316"/>
          </a:xfrm>
          <a:prstGeom prst="rect">
            <a:avLst/>
          </a:prstGeom>
        </p:spPr>
        <p:txBody>
          <a:bodyPr wrap="square">
            <a:spAutoFit/>
          </a:bodyPr>
          <a:lstStyle/>
          <a:p>
            <a:pPr>
              <a:spcBef>
                <a:spcPts val="1200"/>
              </a:spcBef>
              <a:spcAft>
                <a:spcPts val="300"/>
              </a:spcAft>
            </a:pPr>
            <a:r>
              <a:rPr lang="en-US" sz="1600" b="1" kern="1600" dirty="0">
                <a:latin typeface="Arial" panose="020B0604020202020204" pitchFamily="34" charset="0"/>
                <a:ea typeface="Times New Roman" panose="02020603050405020304" pitchFamily="18" charset="0"/>
              </a:rPr>
              <a:t>        Processor               -    Pentium –III</a:t>
            </a:r>
            <a:endParaRPr lang="en-IN" sz="1600" b="1" kern="1600" dirty="0">
              <a:latin typeface="Arial" panose="020B0604020202020204" pitchFamily="34" charset="0"/>
              <a:ea typeface="Times New Roman" panose="02020603050405020304" pitchFamily="18" charset="0"/>
            </a:endParaRPr>
          </a:p>
          <a:p>
            <a:pPr>
              <a:spcBef>
                <a:spcPts val="1200"/>
              </a:spcBef>
              <a:spcAft>
                <a:spcPts val="300"/>
              </a:spcAft>
            </a:pPr>
            <a:r>
              <a:rPr lang="en-IN" sz="1600" b="1" kern="1600" dirty="0">
                <a:latin typeface="Arial" panose="020B0604020202020204" pitchFamily="34" charset="0"/>
                <a:ea typeface="Calibri" panose="020F0502020204030204" pitchFamily="34" charset="0"/>
                <a:cs typeface="Gautami" panose="020B0502040204020203" pitchFamily="34" charset="0"/>
              </a:rPr>
              <a:t>        </a:t>
            </a:r>
            <a:r>
              <a:rPr lang="en-US" sz="1600" b="1" dirty="0">
                <a:latin typeface="Calibri" panose="020F0502020204030204" pitchFamily="34" charset="0"/>
                <a:ea typeface="Calibri" panose="020F0502020204030204" pitchFamily="34" charset="0"/>
                <a:cs typeface="Gautami" panose="020B0502040204020203" pitchFamily="34" charset="0"/>
              </a:rPr>
              <a:t>Speed                                -    1.1 Ghz</a:t>
            </a:r>
            <a:endParaRPr lang="en-IN" sz="1600" dirty="0">
              <a:latin typeface="Calibri" panose="020F0502020204030204" pitchFamily="34" charset="0"/>
              <a:ea typeface="Calibri" panose="020F0502020204030204" pitchFamily="34" charset="0"/>
              <a:cs typeface="Gautami" panose="020B0502040204020203" pitchFamily="34" charset="0"/>
            </a:endParaRPr>
          </a:p>
          <a:p>
            <a:pPr indent="457200" algn="just">
              <a:lnSpc>
                <a:spcPct val="200000"/>
              </a:lnSpc>
              <a:spcAft>
                <a:spcPts val="1000"/>
              </a:spcAft>
            </a:pPr>
            <a:r>
              <a:rPr lang="en-US" sz="1600" b="1" dirty="0">
                <a:latin typeface="Calibri" panose="020F0502020204030204" pitchFamily="34" charset="0"/>
                <a:ea typeface="Calibri" panose="020F0502020204030204" pitchFamily="34" charset="0"/>
                <a:cs typeface="Gautami" panose="020B0502040204020203" pitchFamily="34" charset="0"/>
              </a:rPr>
              <a:t>RAM                                 -    256  MB(min)</a:t>
            </a:r>
            <a:endParaRPr lang="en-IN" sz="1600" dirty="0">
              <a:latin typeface="Calibri" panose="020F0502020204030204" pitchFamily="34" charset="0"/>
              <a:ea typeface="Calibri" panose="020F0502020204030204" pitchFamily="34" charset="0"/>
              <a:cs typeface="Gautami" panose="020B0502040204020203" pitchFamily="34" charset="0"/>
            </a:endParaRPr>
          </a:p>
          <a:p>
            <a:pPr indent="457200" algn="just">
              <a:lnSpc>
                <a:spcPct val="200000"/>
              </a:lnSpc>
              <a:spcAft>
                <a:spcPts val="1000"/>
              </a:spcAft>
            </a:pPr>
            <a:r>
              <a:rPr lang="en-US" sz="1600" b="1" dirty="0">
                <a:latin typeface="Calibri" panose="020F0502020204030204" pitchFamily="34" charset="0"/>
                <a:ea typeface="Calibri" panose="020F0502020204030204" pitchFamily="34" charset="0"/>
                <a:cs typeface="Gautami" panose="020B0502040204020203" pitchFamily="34" charset="0"/>
              </a:rPr>
              <a:t>Hard Disk                          -   20 GB</a:t>
            </a:r>
            <a:endParaRPr lang="en-IN" sz="1600" dirty="0">
              <a:latin typeface="Calibri" panose="020F0502020204030204" pitchFamily="34" charset="0"/>
              <a:ea typeface="Calibri" panose="020F0502020204030204" pitchFamily="34" charset="0"/>
              <a:cs typeface="Gautami" panose="020B0502040204020203" pitchFamily="34" charset="0"/>
            </a:endParaRPr>
          </a:p>
          <a:p>
            <a:pPr indent="457200" algn="just">
              <a:lnSpc>
                <a:spcPct val="200000"/>
              </a:lnSpc>
              <a:spcAft>
                <a:spcPts val="1000"/>
              </a:spcAft>
            </a:pPr>
            <a:r>
              <a:rPr lang="en-US" sz="1600" b="1" dirty="0">
                <a:latin typeface="Calibri" panose="020F0502020204030204" pitchFamily="34" charset="0"/>
                <a:ea typeface="Calibri" panose="020F0502020204030204" pitchFamily="34" charset="0"/>
                <a:cs typeface="Gautami" panose="020B0502040204020203" pitchFamily="34" charset="0"/>
              </a:rPr>
              <a:t>Floppy Drive                     -    1.44 MB</a:t>
            </a:r>
            <a:endParaRPr lang="en-IN" sz="1600" dirty="0">
              <a:latin typeface="Calibri" panose="020F0502020204030204" pitchFamily="34" charset="0"/>
              <a:ea typeface="Calibri" panose="020F0502020204030204" pitchFamily="34" charset="0"/>
              <a:cs typeface="Gautami" panose="020B0502040204020203" pitchFamily="34" charset="0"/>
            </a:endParaRPr>
          </a:p>
          <a:p>
            <a:pPr indent="457200" algn="just">
              <a:lnSpc>
                <a:spcPct val="200000"/>
              </a:lnSpc>
              <a:spcAft>
                <a:spcPts val="1000"/>
              </a:spcAft>
            </a:pPr>
            <a:r>
              <a:rPr lang="en-US" sz="1600" b="1" dirty="0">
                <a:latin typeface="Calibri" panose="020F0502020204030204" pitchFamily="34" charset="0"/>
                <a:ea typeface="Calibri" panose="020F0502020204030204" pitchFamily="34" charset="0"/>
                <a:cs typeface="Gautami" panose="020B0502040204020203" pitchFamily="34" charset="0"/>
              </a:rPr>
              <a:t>Key Board                         -    Standard Windows Keyboard</a:t>
            </a:r>
            <a:endParaRPr lang="en-IN" sz="1600" dirty="0">
              <a:latin typeface="Calibri" panose="020F0502020204030204" pitchFamily="34" charset="0"/>
              <a:ea typeface="Calibri" panose="020F0502020204030204" pitchFamily="34" charset="0"/>
              <a:cs typeface="Gautami" panose="020B0502040204020203" pitchFamily="34" charset="0"/>
            </a:endParaRPr>
          </a:p>
          <a:p>
            <a:pPr indent="457200" algn="just">
              <a:lnSpc>
                <a:spcPct val="200000"/>
              </a:lnSpc>
              <a:spcAft>
                <a:spcPts val="1000"/>
              </a:spcAft>
            </a:pPr>
            <a:r>
              <a:rPr lang="en-US" sz="1600" b="1" dirty="0">
                <a:latin typeface="Calibri" panose="020F0502020204030204" pitchFamily="34" charset="0"/>
                <a:ea typeface="Calibri" panose="020F0502020204030204" pitchFamily="34" charset="0"/>
                <a:cs typeface="Gautami" panose="020B0502040204020203" pitchFamily="34" charset="0"/>
              </a:rPr>
              <a:t>Mouse                                -    Two or Three Button Mouse</a:t>
            </a:r>
            <a:endParaRPr lang="en-IN" sz="1600" dirty="0">
              <a:latin typeface="Calibri" panose="020F0502020204030204" pitchFamily="34" charset="0"/>
              <a:ea typeface="Calibri" panose="020F0502020204030204" pitchFamily="34" charset="0"/>
              <a:cs typeface="Gautami" panose="020B0502040204020203" pitchFamily="34" charset="0"/>
            </a:endParaRPr>
          </a:p>
          <a:p>
            <a:pPr indent="457200" algn="just">
              <a:lnSpc>
                <a:spcPct val="200000"/>
              </a:lnSpc>
              <a:spcAft>
                <a:spcPts val="1000"/>
              </a:spcAft>
            </a:pPr>
            <a:r>
              <a:rPr lang="en-US" sz="1600" b="1" dirty="0">
                <a:latin typeface="Calibri" panose="020F0502020204030204" pitchFamily="34" charset="0"/>
                <a:ea typeface="Calibri" panose="020F0502020204030204" pitchFamily="34" charset="0"/>
                <a:cs typeface="Gautami" panose="020B0502040204020203" pitchFamily="34" charset="0"/>
              </a:rPr>
              <a:t>Monitor                              -    SVGA</a:t>
            </a:r>
            <a:endParaRPr lang="en-IN" sz="1600" dirty="0">
              <a:latin typeface="Calibri" panose="020F0502020204030204" pitchFamily="34" charset="0"/>
              <a:ea typeface="Calibri" panose="020F0502020204030204" pitchFamily="34" charset="0"/>
              <a:cs typeface="Gautami" panose="020B0502040204020203" pitchFamily="34" charset="0"/>
            </a:endParaRPr>
          </a:p>
          <a:p>
            <a:pPr indent="457200" algn="just">
              <a:lnSpc>
                <a:spcPct val="200000"/>
              </a:lnSpc>
              <a:spcAft>
                <a:spcPts val="1000"/>
              </a:spcAft>
            </a:pPr>
            <a:r>
              <a:rPr lang="en-US" sz="2000" b="1" kern="1600" dirty="0">
                <a:solidFill>
                  <a:schemeClr val="accent3">
                    <a:lumMod val="60000"/>
                    <a:lumOff val="40000"/>
                  </a:schemeClr>
                </a:solidFill>
                <a:latin typeface="Arial" panose="020B0604020202020204" pitchFamily="34" charset="0"/>
                <a:ea typeface="Times New Roman" panose="02020603050405020304" pitchFamily="18" charset="0"/>
              </a:rPr>
              <a:t>S/W System Configuration:</a:t>
            </a:r>
            <a:r>
              <a:rPr lang="en-US" sz="2000" b="1" kern="1600" dirty="0">
                <a:latin typeface="Arial" panose="020B0604020202020204" pitchFamily="34" charset="0"/>
                <a:ea typeface="Times New Roman" panose="02020603050405020304" pitchFamily="18" charset="0"/>
              </a:rPr>
              <a:t>-</a:t>
            </a:r>
            <a:endParaRPr lang="en-IN" sz="2000" dirty="0">
              <a:latin typeface="Calibri" panose="020F0502020204030204" pitchFamily="34" charset="0"/>
              <a:ea typeface="Calibri" panose="020F0502020204030204" pitchFamily="34" charset="0"/>
              <a:cs typeface="Gautami" panose="020B0502040204020203" pitchFamily="34" charset="0"/>
            </a:endParaRPr>
          </a:p>
          <a:p>
            <a:pPr marL="342900" lvl="0" indent="-342900">
              <a:lnSpc>
                <a:spcPts val="2000"/>
              </a:lnSpc>
              <a:spcAft>
                <a:spcPts val="600"/>
              </a:spcAft>
              <a:buFont typeface="Wingdings" panose="05000000000000000000" pitchFamily="2" charset="2"/>
              <a:buChar char=""/>
              <a:tabLst>
                <a:tab pos="457200" algn="l"/>
              </a:tabLst>
            </a:pPr>
            <a:r>
              <a:rPr lang="en-US" sz="1600" dirty="0">
                <a:latin typeface="Times New Roman" panose="02020603050405020304" pitchFamily="18" charset="0"/>
                <a:ea typeface="Times New Roman" panose="02020603050405020304" pitchFamily="18" charset="0"/>
              </a:rPr>
              <a:t>Operating System            :Windows95/98/2000/XP </a:t>
            </a:r>
            <a:endParaRPr lang="en-IN" sz="1600" dirty="0">
              <a:latin typeface="Times New Roman" panose="02020603050405020304" pitchFamily="18" charset="0"/>
              <a:ea typeface="Times New Roman" panose="02020603050405020304" pitchFamily="18" charset="0"/>
            </a:endParaRPr>
          </a:p>
          <a:p>
            <a:pPr marL="342900" lvl="0" indent="-342900">
              <a:lnSpc>
                <a:spcPts val="2000"/>
              </a:lnSpc>
              <a:spcAft>
                <a:spcPts val="600"/>
              </a:spcAft>
              <a:buFont typeface="Wingdings" panose="05000000000000000000" pitchFamily="2" charset="2"/>
              <a:buChar char=""/>
              <a:tabLst>
                <a:tab pos="457200" algn="l"/>
              </a:tabLst>
            </a:pPr>
            <a:r>
              <a:rPr lang="en-US" sz="1600" dirty="0">
                <a:latin typeface="Times New Roman" panose="02020603050405020304" pitchFamily="18" charset="0"/>
                <a:ea typeface="Times New Roman" panose="02020603050405020304" pitchFamily="18" charset="0"/>
              </a:rPr>
              <a:t>Front End                          :   java, jdk1.6</a:t>
            </a:r>
            <a:endParaRPr lang="en-IN" sz="1600" dirty="0">
              <a:latin typeface="Times New Roman" panose="02020603050405020304" pitchFamily="18" charset="0"/>
              <a:ea typeface="Times New Roman" panose="02020603050405020304" pitchFamily="18" charset="0"/>
            </a:endParaRPr>
          </a:p>
          <a:p>
            <a:pPr marL="342900" lvl="0" indent="-342900">
              <a:lnSpc>
                <a:spcPts val="2000"/>
              </a:lnSpc>
              <a:spcAft>
                <a:spcPts val="600"/>
              </a:spcAft>
              <a:buFont typeface="Wingdings" panose="05000000000000000000" pitchFamily="2" charset="2"/>
              <a:buChar char=""/>
              <a:tabLst>
                <a:tab pos="457200" algn="l"/>
              </a:tabLst>
            </a:pPr>
            <a:r>
              <a:rPr lang="en-US" sz="1600" dirty="0">
                <a:latin typeface="Times New Roman" panose="02020603050405020304" pitchFamily="18" charset="0"/>
                <a:ea typeface="Times New Roman" panose="02020603050405020304" pitchFamily="18" charset="0"/>
              </a:rPr>
              <a:t>Database                            :   My sqlserver 2005</a:t>
            </a:r>
            <a:endParaRPr lang="en-IN" sz="1600" dirty="0">
              <a:latin typeface="Times New Roman" panose="02020603050405020304" pitchFamily="18" charset="0"/>
              <a:ea typeface="Times New Roman" panose="02020603050405020304" pitchFamily="18" charset="0"/>
            </a:endParaRPr>
          </a:p>
          <a:p>
            <a:pPr marL="342900" lvl="0" indent="-342900">
              <a:lnSpc>
                <a:spcPts val="2000"/>
              </a:lnSpc>
              <a:spcAft>
                <a:spcPts val="600"/>
              </a:spcAft>
              <a:buFont typeface="Wingdings" panose="05000000000000000000" pitchFamily="2" charset="2"/>
              <a:buChar char=""/>
              <a:tabLst>
                <a:tab pos="457200" algn="l"/>
              </a:tabLst>
            </a:pPr>
            <a:r>
              <a:rPr lang="en-US" sz="1600" dirty="0">
                <a:latin typeface="Times New Roman" panose="02020603050405020304" pitchFamily="18" charset="0"/>
                <a:ea typeface="Times New Roman" panose="02020603050405020304" pitchFamily="18" charset="0"/>
              </a:rPr>
              <a:t>Database Connectivity      :   JDBC.</a:t>
            </a:r>
            <a:endParaRPr lang="en-IN" sz="1600" dirty="0">
              <a:latin typeface="Times New Roman" panose="02020603050405020304" pitchFamily="18" charset="0"/>
              <a:ea typeface="Times New Roman" panose="02020603050405020304" pitchFamily="18" charset="0"/>
            </a:endParaRPr>
          </a:p>
          <a:p>
            <a:pPr algn="just">
              <a:lnSpc>
                <a:spcPct val="115000"/>
              </a:lnSpc>
              <a:spcAft>
                <a:spcPts val="0"/>
              </a:spcAft>
            </a:pPr>
            <a:r>
              <a:rPr lang="en-US" sz="1600" dirty="0">
                <a:latin typeface="Times New Roman" panose="02020603050405020304" pitchFamily="18" charset="0"/>
                <a:ea typeface="Calibri" panose="020F0502020204030204" pitchFamily="34" charset="0"/>
                <a:cs typeface="Gautami" panose="020B0502040204020203" pitchFamily="34" charset="0"/>
              </a:rPr>
              <a:t> </a:t>
            </a:r>
            <a:endParaRPr lang="en-IN" sz="1600" dirty="0">
              <a:latin typeface="Calibri" panose="020F0502020204030204" pitchFamily="34" charset="0"/>
              <a:ea typeface="Calibri" panose="020F0502020204030204" pitchFamily="34" charset="0"/>
              <a:cs typeface="Gautami" panose="020B0502040204020203" pitchFamily="34" charset="0"/>
            </a:endParaRPr>
          </a:p>
          <a:p>
            <a:pPr indent="457200" algn="just">
              <a:lnSpc>
                <a:spcPct val="115000"/>
              </a:lnSpc>
              <a:spcAft>
                <a:spcPts val="0"/>
              </a:spcAft>
            </a:pPr>
            <a:r>
              <a:rPr lang="en-US" sz="1200" dirty="0">
                <a:latin typeface="Times New Roman" panose="02020603050405020304" pitchFamily="18" charset="0"/>
                <a:ea typeface="Calibri" panose="020F0502020204030204" pitchFamily="34" charset="0"/>
                <a:cs typeface="Gautami" panose="020B0502040204020203" pitchFamily="34" charset="0"/>
              </a:rPr>
              <a:t> </a:t>
            </a:r>
            <a:endParaRPr lang="en-IN" sz="1200" dirty="0"/>
          </a:p>
        </p:txBody>
      </p:sp>
    </p:spTree>
    <p:extLst>
      <p:ext uri="{BB962C8B-B14F-4D97-AF65-F5344CB8AC3E}">
        <p14:creationId xmlns:p14="http://schemas.microsoft.com/office/powerpoint/2010/main" val="2456398777"/>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descr="There are two modules in this project of Dual Stegnagraphy">
            <a:extLst>
              <a:ext uri="{FF2B5EF4-FFF2-40B4-BE49-F238E27FC236}">
                <a16:creationId xmlns:a16="http://schemas.microsoft.com/office/drawing/2014/main" id="{244BF8B8-7D25-48CF-9866-77DF934E42E9}"/>
              </a:ext>
              <a:ext uri="{C183D7F6-B498-43B3-948B-1728B52AA6E4}">
                <adec:decorative xmlns:adec="http://schemas.microsoft.com/office/drawing/2017/decorative" val="0"/>
              </a:ext>
            </a:extLst>
          </p:cNvPr>
          <p:cNvSpPr>
            <a:spLocks noGrp="1"/>
          </p:cNvSpPr>
          <p:nvPr>
            <p:ph type="title"/>
          </p:nvPr>
        </p:nvSpPr>
        <p:spPr>
          <a:xfrm>
            <a:off x="581853" y="140339"/>
            <a:ext cx="9906000" cy="815004"/>
          </a:xfrm>
        </p:spPr>
        <p:txBody>
          <a:bodyPr>
            <a:normAutofit/>
          </a:bodyPr>
          <a:lstStyle/>
          <a:p>
            <a:r>
              <a:rPr lang="en-US" sz="2800" cap="none" dirty="0">
                <a:solidFill>
                  <a:schemeClr val="accent4">
                    <a:lumMod val="60000"/>
                    <a:lumOff val="40000"/>
                  </a:schemeClr>
                </a:solidFill>
              </a:rPr>
              <a:t>Modules</a:t>
            </a:r>
            <a:endParaRPr lang="en-IN" sz="2800" cap="none" dirty="0">
              <a:solidFill>
                <a:schemeClr val="accent4">
                  <a:lumMod val="60000"/>
                  <a:lumOff val="40000"/>
                </a:schemeClr>
              </a:solidFill>
            </a:endParaRPr>
          </a:p>
        </p:txBody>
      </p:sp>
      <p:sp>
        <p:nvSpPr>
          <p:cNvPr id="4" name="Subtitle 3">
            <a:extLst>
              <a:ext uri="{FF2B5EF4-FFF2-40B4-BE49-F238E27FC236}">
                <a16:creationId xmlns:a16="http://schemas.microsoft.com/office/drawing/2014/main" id="{2C2875E3-5D66-4F8F-B182-BEE568F3281E}"/>
              </a:ext>
              <a:ext uri="{C183D7F6-B498-43B3-948B-1728B52AA6E4}">
                <adec:decorative xmlns:adec="http://schemas.microsoft.com/office/drawing/2017/decorative" val="1"/>
              </a:ext>
            </a:extLst>
          </p:cNvPr>
          <p:cNvSpPr>
            <a:spLocks noGrp="1"/>
          </p:cNvSpPr>
          <p:nvPr>
            <p:ph type="body" idx="1"/>
          </p:nvPr>
        </p:nvSpPr>
        <p:spPr>
          <a:xfrm>
            <a:off x="813866" y="1353403"/>
            <a:ext cx="9906000" cy="4515134"/>
          </a:xfrm>
        </p:spPr>
        <p:txBody>
          <a:bodyPr>
            <a:normAutofit/>
          </a:bodyPr>
          <a:lstStyle/>
          <a:p>
            <a:r>
              <a:rPr lang="en-IN" sz="2000" cap="none" dirty="0"/>
              <a:t>There are two modules in this project of dual steganography</a:t>
            </a:r>
          </a:p>
          <a:p>
            <a:pPr marL="285750" indent="-285750">
              <a:buFont typeface="Wingdings" panose="05000000000000000000" pitchFamily="2" charset="2"/>
              <a:buChar char="Ø"/>
            </a:pPr>
            <a:r>
              <a:rPr lang="en-IN" sz="2000" cap="none" dirty="0">
                <a:cs typeface="Calibri Light" panose="020F0302020204030204" pitchFamily="34" charset="0"/>
              </a:rPr>
              <a:t>Client(sender)</a:t>
            </a:r>
          </a:p>
          <a:p>
            <a:pPr marL="285750" indent="-285750">
              <a:buFont typeface="Wingdings" panose="05000000000000000000" pitchFamily="2" charset="2"/>
              <a:buChar char="Ø"/>
            </a:pPr>
            <a:r>
              <a:rPr lang="en-IN" sz="2000" cap="none" dirty="0">
                <a:cs typeface="Calibri Light" panose="020F0302020204030204" pitchFamily="34" charset="0"/>
              </a:rPr>
              <a:t>Server(receiver)</a:t>
            </a:r>
          </a:p>
          <a:p>
            <a:r>
              <a:rPr lang="en-US" sz="2000" cap="none" dirty="0">
                <a:cs typeface="Calibri Light" panose="020F0302020204030204" pitchFamily="34" charset="0"/>
              </a:rPr>
              <a:t>Client : </a:t>
            </a:r>
          </a:p>
          <a:p>
            <a:r>
              <a:rPr lang="en-US" sz="2000" cap="none" dirty="0">
                <a:cs typeface="Calibri Light" panose="020F0302020204030204" pitchFamily="34" charset="0"/>
              </a:rPr>
              <a:t>         the one who encrypts the data using the key and embed  in video and send it to the receiver</a:t>
            </a:r>
          </a:p>
          <a:p>
            <a:r>
              <a:rPr lang="en-US" sz="2000" cap="none" dirty="0">
                <a:cs typeface="Calibri Light" panose="020F0302020204030204" pitchFamily="34" charset="0"/>
              </a:rPr>
              <a:t>Server: </a:t>
            </a:r>
          </a:p>
          <a:p>
            <a:r>
              <a:rPr lang="en-US" sz="2000" cap="none" dirty="0">
                <a:cs typeface="Calibri Light" panose="020F0302020204030204" pitchFamily="34" charset="0"/>
              </a:rPr>
              <a:t>          the one who receives the data and knows the key used by the client, decrypts the data into readable form</a:t>
            </a:r>
            <a:endParaRPr lang="en-IN" sz="2000" cap="none" dirty="0"/>
          </a:p>
        </p:txBody>
      </p:sp>
    </p:spTree>
    <p:extLst>
      <p:ext uri="{BB962C8B-B14F-4D97-AF65-F5344CB8AC3E}">
        <p14:creationId xmlns:p14="http://schemas.microsoft.com/office/powerpoint/2010/main" val="605024391"/>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1D5A23E-2189-432E-92FC-B1A6716EC55C}"/>
              </a:ext>
            </a:extLst>
          </p:cNvPr>
          <p:cNvSpPr>
            <a:spLocks noGrp="1"/>
          </p:cNvSpPr>
          <p:nvPr>
            <p:ph type="title"/>
          </p:nvPr>
        </p:nvSpPr>
        <p:spPr>
          <a:xfrm>
            <a:off x="691037" y="99904"/>
            <a:ext cx="9905998" cy="1032861"/>
          </a:xfrm>
        </p:spPr>
        <p:txBody>
          <a:bodyPr>
            <a:normAutofit/>
          </a:bodyPr>
          <a:lstStyle/>
          <a:p>
            <a:r>
              <a:rPr lang="en-US" sz="3200" dirty="0">
                <a:solidFill>
                  <a:schemeClr val="accent4">
                    <a:lumMod val="60000"/>
                    <a:lumOff val="40000"/>
                  </a:schemeClr>
                </a:solidFill>
              </a:rPr>
              <a:t>Diagrams:</a:t>
            </a:r>
            <a:endParaRPr lang="en-IN" sz="3200" dirty="0">
              <a:solidFill>
                <a:schemeClr val="accent4">
                  <a:lumMod val="60000"/>
                  <a:lumOff val="40000"/>
                </a:schemeClr>
              </a:solidFill>
            </a:endParaRPr>
          </a:p>
        </p:txBody>
      </p:sp>
      <p:pic>
        <p:nvPicPr>
          <p:cNvPr id="4" name="Picture 3">
            <a:extLst>
              <a:ext uri="{FF2B5EF4-FFF2-40B4-BE49-F238E27FC236}">
                <a16:creationId xmlns:a16="http://schemas.microsoft.com/office/drawing/2014/main" id="{935027B2-3546-4F6E-B472-F74D4C80C262}"/>
              </a:ext>
            </a:extLst>
          </p:cNvPr>
          <p:cNvPicPr>
            <a:picLocks noChangeAspect="1"/>
          </p:cNvPicPr>
          <p:nvPr/>
        </p:nvPicPr>
        <p:blipFill>
          <a:blip r:embed="rId2"/>
          <a:stretch>
            <a:fillRect/>
          </a:stretch>
        </p:blipFill>
        <p:spPr>
          <a:xfrm>
            <a:off x="2457748" y="-128685"/>
            <a:ext cx="7494870" cy="6660107"/>
          </a:xfrm>
          <a:prstGeom prst="rect">
            <a:avLst/>
          </a:prstGeom>
        </p:spPr>
      </p:pic>
      <p:sp>
        <p:nvSpPr>
          <p:cNvPr id="5" name="Rectangle 4">
            <a:extLst>
              <a:ext uri="{FF2B5EF4-FFF2-40B4-BE49-F238E27FC236}">
                <a16:creationId xmlns:a16="http://schemas.microsoft.com/office/drawing/2014/main" id="{DA771FCE-797A-4E61-98F9-DD464D27B5C2}"/>
              </a:ext>
            </a:extLst>
          </p:cNvPr>
          <p:cNvSpPr/>
          <p:nvPr/>
        </p:nvSpPr>
        <p:spPr>
          <a:xfrm>
            <a:off x="3215174" y="6066556"/>
            <a:ext cx="6737444" cy="369332"/>
          </a:xfrm>
          <a:prstGeom prst="rect">
            <a:avLst/>
          </a:prstGeom>
        </p:spPr>
        <p:txBody>
          <a:bodyPr wrap="square">
            <a:spAutoFit/>
          </a:bodyPr>
          <a:lstStyle/>
          <a:p>
            <a:r>
              <a:rPr lang="en-IN" dirty="0"/>
              <a:t>use case diagram for Dual Steganography for hiding text in video</a:t>
            </a:r>
          </a:p>
        </p:txBody>
      </p:sp>
    </p:spTree>
    <p:extLst>
      <p:ext uri="{BB962C8B-B14F-4D97-AF65-F5344CB8AC3E}">
        <p14:creationId xmlns:p14="http://schemas.microsoft.com/office/powerpoint/2010/main" val="3754308039"/>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D006F739-104C-4D48-86E3-521FFD1008B4}"/>
              </a:ext>
            </a:extLst>
          </p:cNvPr>
          <p:cNvPicPr>
            <a:picLocks noChangeAspect="1"/>
          </p:cNvPicPr>
          <p:nvPr/>
        </p:nvPicPr>
        <p:blipFill>
          <a:blip r:embed="rId2"/>
          <a:stretch>
            <a:fillRect/>
          </a:stretch>
        </p:blipFill>
        <p:spPr>
          <a:xfrm>
            <a:off x="2006221" y="1541469"/>
            <a:ext cx="7615451" cy="3057827"/>
          </a:xfrm>
          <a:prstGeom prst="rect">
            <a:avLst/>
          </a:prstGeom>
        </p:spPr>
      </p:pic>
      <p:sp>
        <p:nvSpPr>
          <p:cNvPr id="4" name="Rectangle 3">
            <a:extLst>
              <a:ext uri="{FF2B5EF4-FFF2-40B4-BE49-F238E27FC236}">
                <a16:creationId xmlns:a16="http://schemas.microsoft.com/office/drawing/2014/main" id="{AB28C567-46FD-4EBC-8FCC-1533EE619603}"/>
              </a:ext>
            </a:extLst>
          </p:cNvPr>
          <p:cNvSpPr/>
          <p:nvPr/>
        </p:nvSpPr>
        <p:spPr>
          <a:xfrm>
            <a:off x="3968633" y="5131865"/>
            <a:ext cx="3947068" cy="369332"/>
          </a:xfrm>
          <a:prstGeom prst="rect">
            <a:avLst/>
          </a:prstGeom>
        </p:spPr>
        <p:txBody>
          <a:bodyPr wrap="square">
            <a:spAutoFit/>
          </a:bodyPr>
          <a:lstStyle/>
          <a:p>
            <a:r>
              <a:rPr lang="en-IN" dirty="0"/>
              <a:t>class diagram for Dual Steganography</a:t>
            </a:r>
          </a:p>
        </p:txBody>
      </p:sp>
    </p:spTree>
    <p:extLst>
      <p:ext uri="{BB962C8B-B14F-4D97-AF65-F5344CB8AC3E}">
        <p14:creationId xmlns:p14="http://schemas.microsoft.com/office/powerpoint/2010/main" val="3349606278"/>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A195317-DB9F-47C3-903D-6D25B8A05CEC}"/>
              </a:ext>
            </a:extLst>
          </p:cNvPr>
          <p:cNvSpPr>
            <a:spLocks noGrp="1"/>
          </p:cNvSpPr>
          <p:nvPr>
            <p:ph type="title"/>
          </p:nvPr>
        </p:nvSpPr>
        <p:spPr>
          <a:xfrm>
            <a:off x="860102" y="423080"/>
            <a:ext cx="3856037" cy="529867"/>
          </a:xfrm>
        </p:spPr>
        <p:txBody>
          <a:bodyPr>
            <a:normAutofit/>
          </a:bodyPr>
          <a:lstStyle/>
          <a:p>
            <a:r>
              <a:rPr lang="en-US" sz="2800" dirty="0">
                <a:solidFill>
                  <a:schemeClr val="accent4">
                    <a:lumMod val="60000"/>
                    <a:lumOff val="40000"/>
                  </a:schemeClr>
                </a:solidFill>
              </a:rPr>
              <a:t>implementation</a:t>
            </a:r>
            <a:endParaRPr lang="en-IN" sz="2800" dirty="0">
              <a:solidFill>
                <a:schemeClr val="accent4">
                  <a:lumMod val="60000"/>
                  <a:lumOff val="40000"/>
                </a:schemeClr>
              </a:solidFill>
            </a:endParaRPr>
          </a:p>
        </p:txBody>
      </p:sp>
      <p:sp>
        <p:nvSpPr>
          <p:cNvPr id="4" name="Text Placeholder 3">
            <a:extLst>
              <a:ext uri="{FF2B5EF4-FFF2-40B4-BE49-F238E27FC236}">
                <a16:creationId xmlns:a16="http://schemas.microsoft.com/office/drawing/2014/main" id="{6CE3F01B-F594-48FC-ABE3-0C4E8AECC2D0}"/>
              </a:ext>
            </a:extLst>
          </p:cNvPr>
          <p:cNvSpPr>
            <a:spLocks noGrp="1"/>
          </p:cNvSpPr>
          <p:nvPr>
            <p:ph type="body" sz="half" idx="2"/>
          </p:nvPr>
        </p:nvSpPr>
        <p:spPr>
          <a:xfrm>
            <a:off x="532263" y="1187355"/>
            <a:ext cx="10692328" cy="5425480"/>
          </a:xfrm>
        </p:spPr>
        <p:txBody>
          <a:bodyPr>
            <a:noAutofit/>
          </a:bodyPr>
          <a:lstStyle/>
          <a:p>
            <a:pPr marL="285750" indent="-285750">
              <a:buFont typeface="Arial" panose="020B0604020202020204" pitchFamily="34" charset="0"/>
              <a:buChar char="•"/>
            </a:pPr>
            <a:r>
              <a:rPr lang="en-US" sz="2000" dirty="0"/>
              <a:t>The Implementation of hiding text in the video by Dual Steganography is done by running the code of the java in which we develop a software for  dividing video into Frames and embeding data</a:t>
            </a:r>
          </a:p>
          <a:p>
            <a:pPr marL="285750" indent="-285750">
              <a:buFont typeface="Arial" panose="020B0604020202020204" pitchFamily="34" charset="0"/>
              <a:buChar char="•"/>
            </a:pPr>
            <a:r>
              <a:rPr lang="en-US" sz="2000" dirty="0"/>
              <a:t>After the execution of the code we will be directed to the software we developed </a:t>
            </a:r>
          </a:p>
          <a:p>
            <a:pPr marL="285750" indent="-285750">
              <a:buFont typeface="Arial" panose="020B0604020202020204" pitchFamily="34" charset="0"/>
              <a:buChar char="•"/>
            </a:pPr>
            <a:r>
              <a:rPr lang="en-US" sz="2000" dirty="0"/>
              <a:t>We need to select the embeded message and choose a video for input and the output master file  and Go..</a:t>
            </a:r>
          </a:p>
          <a:p>
            <a:pPr marL="285750" indent="-285750">
              <a:buFont typeface="Arial" panose="020B0604020202020204" pitchFamily="34" charset="0"/>
              <a:buChar char="•"/>
            </a:pPr>
            <a:r>
              <a:rPr lang="en-US" sz="2000" dirty="0"/>
              <a:t>Next, we need to select encrypt and set password of minimum 8 characters which is known to the receiver and enter the secret message .</a:t>
            </a:r>
          </a:p>
          <a:p>
            <a:pPr marL="285750" indent="-285750">
              <a:buFont typeface="Arial" panose="020B0604020202020204" pitchFamily="34" charset="0"/>
              <a:buChar char="•"/>
            </a:pPr>
            <a:r>
              <a:rPr lang="en-US" sz="2000" dirty="0"/>
              <a:t>Now, you can send the video to your receiver which contains the message in it</a:t>
            </a:r>
          </a:p>
          <a:p>
            <a:pPr marL="285750" indent="-285750">
              <a:buFont typeface="Arial" panose="020B0604020202020204" pitchFamily="34" charset="0"/>
              <a:buChar char="•"/>
            </a:pPr>
            <a:r>
              <a:rPr lang="en-US" sz="2000" dirty="0"/>
              <a:t>The receiver on receiving the video runs the software and clicks retrieve message and give the password </a:t>
            </a:r>
          </a:p>
          <a:p>
            <a:pPr marL="285750" indent="-285750">
              <a:buFont typeface="Arial" panose="020B0604020202020204" pitchFamily="34" charset="0"/>
              <a:buChar char="•"/>
            </a:pPr>
            <a:r>
              <a:rPr lang="en-US" sz="2000" dirty="0"/>
              <a:t>Then the secret message will be displayed on the screen.</a:t>
            </a:r>
            <a:endParaRPr lang="en-IN" sz="2000" dirty="0"/>
          </a:p>
        </p:txBody>
      </p:sp>
    </p:spTree>
    <p:extLst>
      <p:ext uri="{BB962C8B-B14F-4D97-AF65-F5344CB8AC3E}">
        <p14:creationId xmlns:p14="http://schemas.microsoft.com/office/powerpoint/2010/main" val="885381966"/>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6E2D229A-00CE-45A1-ADE4-4C3FED7D429D}"/>
              </a:ext>
            </a:extLst>
          </p:cNvPr>
          <p:cNvSpPr>
            <a:spLocks noGrp="1"/>
          </p:cNvSpPr>
          <p:nvPr>
            <p:ph type="title"/>
          </p:nvPr>
        </p:nvSpPr>
        <p:spPr>
          <a:xfrm>
            <a:off x="973881" y="-163773"/>
            <a:ext cx="9905998" cy="1037230"/>
          </a:xfrm>
        </p:spPr>
        <p:txBody>
          <a:bodyPr>
            <a:normAutofit/>
          </a:bodyPr>
          <a:lstStyle/>
          <a:p>
            <a:r>
              <a:rPr lang="en-US" cap="none" dirty="0">
                <a:solidFill>
                  <a:schemeClr val="accent4">
                    <a:lumMod val="60000"/>
                    <a:lumOff val="40000"/>
                  </a:schemeClr>
                </a:solidFill>
              </a:rPr>
              <a:t>Screenshots</a:t>
            </a:r>
            <a:endParaRPr lang="en-IN" cap="none" dirty="0">
              <a:solidFill>
                <a:schemeClr val="accent4">
                  <a:lumMod val="60000"/>
                  <a:lumOff val="40000"/>
                </a:schemeClr>
              </a:solidFill>
            </a:endParaRPr>
          </a:p>
        </p:txBody>
      </p:sp>
      <p:pic>
        <p:nvPicPr>
          <p:cNvPr id="6" name="Picture 5">
            <a:extLst>
              <a:ext uri="{FF2B5EF4-FFF2-40B4-BE49-F238E27FC236}">
                <a16:creationId xmlns:a16="http://schemas.microsoft.com/office/drawing/2014/main" id="{D5A1A4AC-2B0C-495C-863E-E7B0BD79AC86}"/>
              </a:ext>
            </a:extLst>
          </p:cNvPr>
          <p:cNvPicPr>
            <a:picLocks noChangeAspect="1"/>
          </p:cNvPicPr>
          <p:nvPr/>
        </p:nvPicPr>
        <p:blipFill>
          <a:blip r:embed="rId2"/>
          <a:stretch>
            <a:fillRect/>
          </a:stretch>
        </p:blipFill>
        <p:spPr>
          <a:xfrm>
            <a:off x="0" y="709684"/>
            <a:ext cx="12192000" cy="5438631"/>
          </a:xfrm>
          <a:prstGeom prst="rect">
            <a:avLst/>
          </a:prstGeom>
        </p:spPr>
      </p:pic>
      <p:sp>
        <p:nvSpPr>
          <p:cNvPr id="7" name="Rectangle 6">
            <a:extLst>
              <a:ext uri="{FF2B5EF4-FFF2-40B4-BE49-F238E27FC236}">
                <a16:creationId xmlns:a16="http://schemas.microsoft.com/office/drawing/2014/main" id="{37B40421-8375-4D32-ADFD-4F39A619FBD6}"/>
              </a:ext>
            </a:extLst>
          </p:cNvPr>
          <p:cNvSpPr/>
          <p:nvPr/>
        </p:nvSpPr>
        <p:spPr>
          <a:xfrm>
            <a:off x="3460219" y="6257497"/>
            <a:ext cx="5080493" cy="369332"/>
          </a:xfrm>
          <a:prstGeom prst="rect">
            <a:avLst/>
          </a:prstGeom>
        </p:spPr>
        <p:txBody>
          <a:bodyPr wrap="none">
            <a:spAutoFit/>
          </a:bodyPr>
          <a:lstStyle/>
          <a:p>
            <a:r>
              <a:rPr lang="en-IN" dirty="0"/>
              <a:t>the software that developed for dual Steganography</a:t>
            </a:r>
          </a:p>
        </p:txBody>
      </p:sp>
    </p:spTree>
    <p:extLst>
      <p:ext uri="{BB962C8B-B14F-4D97-AF65-F5344CB8AC3E}">
        <p14:creationId xmlns:p14="http://schemas.microsoft.com/office/powerpoint/2010/main" val="866790751"/>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descr="&#10;">
            <a:extLst>
              <a:ext uri="{FF2B5EF4-FFF2-40B4-BE49-F238E27FC236}">
                <a16:creationId xmlns:a16="http://schemas.microsoft.com/office/drawing/2014/main" id="{662E7B1D-5E38-4B94-8229-5C151B32A3A7}"/>
              </a:ext>
              <a:ext uri="{C183D7F6-B498-43B3-948B-1728B52AA6E4}">
                <adec:decorative xmlns:adec="http://schemas.microsoft.com/office/drawing/2017/decorative" val="0"/>
              </a:ext>
            </a:extLst>
          </p:cNvPr>
          <p:cNvPicPr>
            <a:picLocks noChangeAspect="1"/>
          </p:cNvPicPr>
          <p:nvPr/>
        </p:nvPicPr>
        <p:blipFill>
          <a:blip r:embed="rId2"/>
          <a:stretch>
            <a:fillRect/>
          </a:stretch>
        </p:blipFill>
        <p:spPr>
          <a:xfrm>
            <a:off x="0" y="368489"/>
            <a:ext cx="12192000" cy="5486401"/>
          </a:xfrm>
          <a:prstGeom prst="rect">
            <a:avLst/>
          </a:prstGeom>
        </p:spPr>
      </p:pic>
      <p:sp>
        <p:nvSpPr>
          <p:cNvPr id="4" name="Rectangle 3">
            <a:extLst>
              <a:ext uri="{FF2B5EF4-FFF2-40B4-BE49-F238E27FC236}">
                <a16:creationId xmlns:a16="http://schemas.microsoft.com/office/drawing/2014/main" id="{016BF8F2-E326-49DB-B92C-326A2876FB99}"/>
              </a:ext>
            </a:extLst>
          </p:cNvPr>
          <p:cNvSpPr/>
          <p:nvPr/>
        </p:nvSpPr>
        <p:spPr>
          <a:xfrm>
            <a:off x="3978291" y="6014830"/>
            <a:ext cx="3445943" cy="400110"/>
          </a:xfrm>
          <a:prstGeom prst="rect">
            <a:avLst/>
          </a:prstGeom>
        </p:spPr>
        <p:txBody>
          <a:bodyPr wrap="none">
            <a:spAutoFit/>
          </a:bodyPr>
          <a:lstStyle/>
          <a:p>
            <a:r>
              <a:rPr lang="en-IN" sz="2000" dirty="0"/>
              <a:t>Selecting a video as Master File</a:t>
            </a:r>
          </a:p>
        </p:txBody>
      </p:sp>
    </p:spTree>
    <p:extLst>
      <p:ext uri="{BB962C8B-B14F-4D97-AF65-F5344CB8AC3E}">
        <p14:creationId xmlns:p14="http://schemas.microsoft.com/office/powerpoint/2010/main" val="1128683428"/>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EDA5E487-AFF2-4D76-AB48-09B82188918D}"/>
              </a:ext>
            </a:extLst>
          </p:cNvPr>
          <p:cNvPicPr>
            <a:picLocks noChangeAspect="1"/>
          </p:cNvPicPr>
          <p:nvPr/>
        </p:nvPicPr>
        <p:blipFill>
          <a:blip r:embed="rId2"/>
          <a:stretch>
            <a:fillRect/>
          </a:stretch>
        </p:blipFill>
        <p:spPr>
          <a:xfrm>
            <a:off x="90985" y="300251"/>
            <a:ext cx="12192000" cy="5834418"/>
          </a:xfrm>
          <a:prstGeom prst="rect">
            <a:avLst/>
          </a:prstGeom>
        </p:spPr>
      </p:pic>
      <p:sp>
        <p:nvSpPr>
          <p:cNvPr id="4" name="Rectangle 3">
            <a:extLst>
              <a:ext uri="{FF2B5EF4-FFF2-40B4-BE49-F238E27FC236}">
                <a16:creationId xmlns:a16="http://schemas.microsoft.com/office/drawing/2014/main" id="{4DE4C8ED-3E12-44CF-B440-B48D09E5F94A}"/>
              </a:ext>
            </a:extLst>
          </p:cNvPr>
          <p:cNvSpPr/>
          <p:nvPr/>
        </p:nvSpPr>
        <p:spPr>
          <a:xfrm>
            <a:off x="4776716" y="6188417"/>
            <a:ext cx="3390322" cy="369332"/>
          </a:xfrm>
          <a:prstGeom prst="rect">
            <a:avLst/>
          </a:prstGeom>
        </p:spPr>
        <p:txBody>
          <a:bodyPr wrap="square">
            <a:spAutoFit/>
          </a:bodyPr>
          <a:lstStyle/>
          <a:p>
            <a:r>
              <a:rPr lang="en-IN" dirty="0"/>
              <a:t>Selecting an Output File</a:t>
            </a:r>
          </a:p>
        </p:txBody>
      </p:sp>
    </p:spTree>
    <p:extLst>
      <p:ext uri="{BB962C8B-B14F-4D97-AF65-F5344CB8AC3E}">
        <p14:creationId xmlns:p14="http://schemas.microsoft.com/office/powerpoint/2010/main" val="263790093"/>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D9430937-979F-48B3-A712-CECAAEEB0FAA}"/>
              </a:ext>
            </a:extLst>
          </p:cNvPr>
          <p:cNvPicPr>
            <a:picLocks noChangeAspect="1"/>
          </p:cNvPicPr>
          <p:nvPr/>
        </p:nvPicPr>
        <p:blipFill>
          <a:blip r:embed="rId2"/>
          <a:stretch>
            <a:fillRect/>
          </a:stretch>
        </p:blipFill>
        <p:spPr>
          <a:xfrm>
            <a:off x="0" y="-1"/>
            <a:ext cx="12192000" cy="6168789"/>
          </a:xfrm>
          <a:prstGeom prst="rect">
            <a:avLst/>
          </a:prstGeom>
        </p:spPr>
      </p:pic>
      <p:sp>
        <p:nvSpPr>
          <p:cNvPr id="4" name="Rectangle 3">
            <a:extLst>
              <a:ext uri="{FF2B5EF4-FFF2-40B4-BE49-F238E27FC236}">
                <a16:creationId xmlns:a16="http://schemas.microsoft.com/office/drawing/2014/main" id="{C2F6145E-7078-432D-A443-875E60BFEDA6}"/>
              </a:ext>
            </a:extLst>
          </p:cNvPr>
          <p:cNvSpPr/>
          <p:nvPr/>
        </p:nvSpPr>
        <p:spPr>
          <a:xfrm>
            <a:off x="2938817" y="6277970"/>
            <a:ext cx="8102221" cy="369332"/>
          </a:xfrm>
          <a:prstGeom prst="rect">
            <a:avLst/>
          </a:prstGeom>
        </p:spPr>
        <p:txBody>
          <a:bodyPr wrap="square">
            <a:spAutoFit/>
          </a:bodyPr>
          <a:lstStyle/>
          <a:p>
            <a:r>
              <a:rPr lang="en-IN" dirty="0"/>
              <a:t>encrypting the message with password and setting the message</a:t>
            </a:r>
          </a:p>
        </p:txBody>
      </p:sp>
    </p:spTree>
    <p:extLst>
      <p:ext uri="{BB962C8B-B14F-4D97-AF65-F5344CB8AC3E}">
        <p14:creationId xmlns:p14="http://schemas.microsoft.com/office/powerpoint/2010/main" val="19282652"/>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0A0150CB-E3C6-47D6-832D-87AA52555C14}"/>
              </a:ext>
            </a:extLst>
          </p:cNvPr>
          <p:cNvPicPr>
            <a:picLocks noChangeAspect="1"/>
          </p:cNvPicPr>
          <p:nvPr/>
        </p:nvPicPr>
        <p:blipFill>
          <a:blip r:embed="rId2"/>
          <a:stretch>
            <a:fillRect/>
          </a:stretch>
        </p:blipFill>
        <p:spPr>
          <a:xfrm>
            <a:off x="0" y="136478"/>
            <a:ext cx="12192000" cy="6196083"/>
          </a:xfrm>
          <a:prstGeom prst="rect">
            <a:avLst/>
          </a:prstGeom>
        </p:spPr>
      </p:pic>
      <p:sp>
        <p:nvSpPr>
          <p:cNvPr id="3" name="Rectangle 2">
            <a:extLst>
              <a:ext uri="{FF2B5EF4-FFF2-40B4-BE49-F238E27FC236}">
                <a16:creationId xmlns:a16="http://schemas.microsoft.com/office/drawing/2014/main" id="{8DDBC4F6-0B2A-4622-B267-9230E714C0FD}"/>
              </a:ext>
            </a:extLst>
          </p:cNvPr>
          <p:cNvSpPr/>
          <p:nvPr/>
        </p:nvSpPr>
        <p:spPr>
          <a:xfrm>
            <a:off x="3362239" y="6488668"/>
            <a:ext cx="5467522" cy="369332"/>
          </a:xfrm>
          <a:prstGeom prst="rect">
            <a:avLst/>
          </a:prstGeom>
        </p:spPr>
        <p:txBody>
          <a:bodyPr wrap="none">
            <a:spAutoFit/>
          </a:bodyPr>
          <a:lstStyle/>
          <a:p>
            <a:r>
              <a:rPr lang="en-IN" dirty="0"/>
              <a:t>The receiver retrieve message and select the Master File</a:t>
            </a:r>
          </a:p>
        </p:txBody>
      </p:sp>
    </p:spTree>
    <p:extLst>
      <p:ext uri="{BB962C8B-B14F-4D97-AF65-F5344CB8AC3E}">
        <p14:creationId xmlns:p14="http://schemas.microsoft.com/office/powerpoint/2010/main" val="1930957279"/>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A35BA119-4DEF-4C60-957F-764B4F1A2179}"/>
              </a:ext>
            </a:extLst>
          </p:cNvPr>
          <p:cNvPicPr>
            <a:picLocks noChangeAspect="1"/>
          </p:cNvPicPr>
          <p:nvPr/>
        </p:nvPicPr>
        <p:blipFill>
          <a:blip r:embed="rId2"/>
          <a:stretch>
            <a:fillRect/>
          </a:stretch>
        </p:blipFill>
        <p:spPr>
          <a:xfrm>
            <a:off x="0" y="300251"/>
            <a:ext cx="12192000" cy="5991367"/>
          </a:xfrm>
          <a:prstGeom prst="rect">
            <a:avLst/>
          </a:prstGeom>
        </p:spPr>
      </p:pic>
      <p:sp>
        <p:nvSpPr>
          <p:cNvPr id="3" name="Rectangle 2">
            <a:extLst>
              <a:ext uri="{FF2B5EF4-FFF2-40B4-BE49-F238E27FC236}">
                <a16:creationId xmlns:a16="http://schemas.microsoft.com/office/drawing/2014/main" id="{FE77D09A-9277-44DC-8D3B-1E7480598479}"/>
              </a:ext>
            </a:extLst>
          </p:cNvPr>
          <p:cNvSpPr/>
          <p:nvPr/>
        </p:nvSpPr>
        <p:spPr>
          <a:xfrm>
            <a:off x="3617556" y="6373083"/>
            <a:ext cx="3646704" cy="369332"/>
          </a:xfrm>
          <a:prstGeom prst="rect">
            <a:avLst/>
          </a:prstGeom>
        </p:spPr>
        <p:txBody>
          <a:bodyPr wrap="none">
            <a:spAutoFit/>
          </a:bodyPr>
          <a:lstStyle/>
          <a:p>
            <a:r>
              <a:rPr lang="en-IN" dirty="0"/>
              <a:t>Enter the Password and retrieve now</a:t>
            </a:r>
          </a:p>
        </p:txBody>
      </p:sp>
    </p:spTree>
    <p:extLst>
      <p:ext uri="{BB962C8B-B14F-4D97-AF65-F5344CB8AC3E}">
        <p14:creationId xmlns:p14="http://schemas.microsoft.com/office/powerpoint/2010/main" val="2983473106"/>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8CC01424-B2DA-4CCA-8A47-C36D771818DA}"/>
              </a:ext>
            </a:extLst>
          </p:cNvPr>
          <p:cNvPicPr>
            <a:picLocks noChangeAspect="1"/>
          </p:cNvPicPr>
          <p:nvPr/>
        </p:nvPicPr>
        <p:blipFill>
          <a:blip r:embed="rId2"/>
          <a:stretch>
            <a:fillRect/>
          </a:stretch>
        </p:blipFill>
        <p:spPr>
          <a:xfrm>
            <a:off x="0" y="60572"/>
            <a:ext cx="12192000" cy="6114197"/>
          </a:xfrm>
          <a:prstGeom prst="rect">
            <a:avLst/>
          </a:prstGeom>
        </p:spPr>
      </p:pic>
      <p:sp>
        <p:nvSpPr>
          <p:cNvPr id="3" name="Rectangle 2">
            <a:extLst>
              <a:ext uri="{FF2B5EF4-FFF2-40B4-BE49-F238E27FC236}">
                <a16:creationId xmlns:a16="http://schemas.microsoft.com/office/drawing/2014/main" id="{78485A80-3FDE-47A0-826A-A4CF2822073A}"/>
              </a:ext>
            </a:extLst>
          </p:cNvPr>
          <p:cNvSpPr/>
          <p:nvPr/>
        </p:nvSpPr>
        <p:spPr>
          <a:xfrm>
            <a:off x="4008007" y="6387152"/>
            <a:ext cx="3957622" cy="369332"/>
          </a:xfrm>
          <a:prstGeom prst="rect">
            <a:avLst/>
          </a:prstGeom>
        </p:spPr>
        <p:txBody>
          <a:bodyPr wrap="none">
            <a:spAutoFit/>
          </a:bodyPr>
          <a:lstStyle/>
          <a:p>
            <a:r>
              <a:rPr lang="en-IN" dirty="0"/>
              <a:t>The message is displayed to the receiver</a:t>
            </a:r>
          </a:p>
        </p:txBody>
      </p:sp>
    </p:spTree>
    <p:extLst>
      <p:ext uri="{BB962C8B-B14F-4D97-AF65-F5344CB8AC3E}">
        <p14:creationId xmlns:p14="http://schemas.microsoft.com/office/powerpoint/2010/main" val="2156455220"/>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C562B35E-E630-435D-98EB-A50604C5C127}"/>
              </a:ext>
            </a:extLst>
          </p:cNvPr>
          <p:cNvSpPr/>
          <p:nvPr/>
        </p:nvSpPr>
        <p:spPr>
          <a:xfrm>
            <a:off x="1645920" y="888669"/>
            <a:ext cx="8482818" cy="4185761"/>
          </a:xfrm>
          <a:prstGeom prst="rect">
            <a:avLst/>
          </a:prstGeom>
        </p:spPr>
        <p:txBody>
          <a:bodyPr wrap="square">
            <a:spAutoFit/>
          </a:bodyPr>
          <a:lstStyle/>
          <a:p>
            <a:r>
              <a:rPr lang="en-IN" sz="3200" dirty="0">
                <a:solidFill>
                  <a:schemeClr val="accent4">
                    <a:lumMod val="60000"/>
                    <a:lumOff val="40000"/>
                  </a:schemeClr>
                </a:solidFill>
              </a:rPr>
              <a:t> CONCLUSIONS </a:t>
            </a:r>
          </a:p>
          <a:p>
            <a:r>
              <a:rPr lang="en-IN" dirty="0"/>
              <a:t> </a:t>
            </a:r>
          </a:p>
          <a:p>
            <a:r>
              <a:rPr lang="en-IN" sz="2400" dirty="0"/>
              <a:t>Due to increasing demand for privacy and security, a need for various data hiding techniques which lead to the development of several techniques for embedding and extraction.  As we know, cryptography and steganography have been known for many years. We can encrypt data, but it will be exposed while transferring. On the other hand, we can hide data into a common object, but if someone extracts it, he/ she can get the information easily. Therefore if we combine both of them, so in case one gets the embedded stuff, she/he will face an encrypted data</a:t>
            </a:r>
            <a:r>
              <a:rPr lang="en-IN" dirty="0"/>
              <a:t>. </a:t>
            </a:r>
          </a:p>
        </p:txBody>
      </p:sp>
    </p:spTree>
    <p:extLst>
      <p:ext uri="{BB962C8B-B14F-4D97-AF65-F5344CB8AC3E}">
        <p14:creationId xmlns:p14="http://schemas.microsoft.com/office/powerpoint/2010/main" val="1085953449"/>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93CCAF73-97A0-4A95-8F52-3F56A93A95DA}"/>
              </a:ext>
              <a:ext uri="{C183D7F6-B498-43B3-948B-1728B52AA6E4}">
                <adec:decorative xmlns:adec="http://schemas.microsoft.com/office/drawing/2017/decorative" val="0"/>
              </a:ext>
            </a:extLst>
          </p:cNvPr>
          <p:cNvPicPr>
            <a:picLocks noChangeAspect="1"/>
          </p:cNvPicPr>
          <p:nvPr/>
        </p:nvPicPr>
        <p:blipFill>
          <a:blip r:embed="rId2"/>
          <a:stretch>
            <a:fillRect/>
          </a:stretch>
        </p:blipFill>
        <p:spPr>
          <a:xfrm>
            <a:off x="2518117" y="1181686"/>
            <a:ext cx="6330462" cy="3854547"/>
          </a:xfrm>
          <a:prstGeom prst="rect">
            <a:avLst/>
          </a:prstGeom>
        </p:spPr>
      </p:pic>
    </p:spTree>
    <p:extLst>
      <p:ext uri="{BB962C8B-B14F-4D97-AF65-F5344CB8AC3E}">
        <p14:creationId xmlns:p14="http://schemas.microsoft.com/office/powerpoint/2010/main" val="2514127626"/>
      </p:ext>
    </p:extLst>
  </p:cSld>
  <p:clrMapOvr>
    <a:masterClrMapping/>
  </p:clrMapOvr>
</p:sld>
</file>

<file path=ppt/theme/_rels/theme1.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image" Target="../media/image1.jpeg"/></Relationships>
</file>

<file path=ppt/theme/theme1.xml><?xml version="1.0" encoding="utf-8"?>
<a:theme xmlns:a="http://schemas.openxmlformats.org/drawingml/2006/main" name="Circuit">
  <a:themeElements>
    <a:clrScheme name="Circuit">
      <a:dk1>
        <a:sysClr val="windowText" lastClr="000000"/>
      </a:dk1>
      <a:lt1>
        <a:sysClr val="window" lastClr="FFFFFF"/>
      </a:lt1>
      <a:dk2>
        <a:srgbClr val="252C36"/>
      </a:dk2>
      <a:lt2>
        <a:srgbClr val="7C96A3"/>
      </a:lt2>
      <a:accent1>
        <a:srgbClr val="4FD093"/>
      </a:accent1>
      <a:accent2>
        <a:srgbClr val="54BCDF"/>
      </a:accent2>
      <a:accent3>
        <a:srgbClr val="A262D0"/>
      </a:accent3>
      <a:accent4>
        <a:srgbClr val="D7537B"/>
      </a:accent4>
      <a:accent5>
        <a:srgbClr val="E78045"/>
      </a:accent5>
      <a:accent6>
        <a:srgbClr val="84C350"/>
      </a:accent6>
      <a:hlink>
        <a:srgbClr val="22FFFF"/>
      </a:hlink>
      <a:folHlink>
        <a:srgbClr val="9BF3FD"/>
      </a:folHlink>
    </a:clrScheme>
    <a:fontScheme name="Circuit">
      <a:majorFont>
        <a:latin typeface="Tw Cen MT" panose="020B0602020104020603"/>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Tw Cen MT" panose="020B0602020104020603"/>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Grunge Texture">
      <a:fillStyleLst>
        <a:solidFill>
          <a:schemeClr val="phClr"/>
        </a:solidFill>
        <a:blipFill rotWithShape="1">
          <a:blip xmlns:r="http://schemas.openxmlformats.org/officeDocument/2006/relationships" r:embed="rId1">
            <a:duotone>
              <a:schemeClr val="phClr">
                <a:tint val="67000"/>
                <a:shade val="65000"/>
              </a:schemeClr>
              <a:schemeClr val="phClr">
                <a:tint val="10000"/>
                <a:satMod val="130000"/>
              </a:schemeClr>
            </a:duotone>
          </a:blip>
          <a:tile tx="0" ty="0" sx="60000" sy="59000" flip="none" algn="b"/>
        </a:blipFill>
        <a:blipFill rotWithShape="1">
          <a:blip xmlns:r="http://schemas.openxmlformats.org/officeDocument/2006/relationships" r:embed="rId1">
            <a:duotone>
              <a:schemeClr val="phClr">
                <a:shade val="30000"/>
                <a:satMod val="115000"/>
              </a:schemeClr>
              <a:schemeClr val="phClr">
                <a:tint val="34000"/>
              </a:schemeClr>
            </a:duotone>
          </a:blip>
          <a:tile tx="0" ty="0" sx="60000" sy="59000" flip="none" algn="b"/>
        </a:blipFill>
      </a:fillStyleLst>
      <a:lnStyleLst>
        <a:ln w="6350" cap="flat" cmpd="sng" algn="ctr">
          <a:solidFill>
            <a:schemeClr val="phClr">
              <a:tint val="70000"/>
            </a:schemeClr>
          </a:solidFill>
          <a:prstDash val="solid"/>
        </a:ln>
        <a:ln w="12700" cap="flat" cmpd="sng" algn="ctr">
          <a:solidFill>
            <a:schemeClr val="phClr"/>
          </a:solidFill>
          <a:prstDash val="solid"/>
        </a:ln>
        <a:ln w="19050" cap="flat" cmpd="sng" algn="ctr">
          <a:solidFill>
            <a:schemeClr val="phClr"/>
          </a:solidFill>
          <a:prstDash val="solid"/>
        </a:ln>
      </a:lnStyleLst>
      <a:effectStyleLst>
        <a:effectStyle>
          <a:effectLst/>
        </a:effectStyle>
        <a:effectStyle>
          <a:effectLst>
            <a:softEdge rad="12700"/>
          </a:effectLst>
        </a:effectStyle>
        <a:effectStyle>
          <a:effectLst>
            <a:outerShdw blurRad="50800" dist="19050" dir="5400000" algn="tl" rotWithShape="0">
              <a:srgbClr val="000000">
                <a:alpha val="60000"/>
              </a:srgbClr>
            </a:outerShdw>
            <a:softEdge rad="12700"/>
          </a:effectLst>
        </a:effectStyle>
      </a:effectStyleLst>
      <a:bgFillStyleLst>
        <a:solidFill>
          <a:schemeClr val="phClr"/>
        </a:solidFill>
        <a:gradFill rotWithShape="1">
          <a:gsLst>
            <a:gs pos="0">
              <a:schemeClr val="phClr">
                <a:tint val="98000"/>
                <a:hueMod val="94000"/>
                <a:satMod val="148000"/>
                <a:lumMod val="140000"/>
              </a:schemeClr>
            </a:gs>
            <a:gs pos="100000">
              <a:schemeClr val="phClr">
                <a:shade val="92000"/>
                <a:hueMod val="104000"/>
                <a:satMod val="140000"/>
                <a:lumMod val="48000"/>
              </a:schemeClr>
            </a:gs>
          </a:gsLst>
          <a:lin ang="5040000" scaled="0"/>
        </a:gradFill>
        <a:blipFill>
          <a:blip xmlns:r="http://schemas.openxmlformats.org/officeDocument/2006/relationships" r:embed="rId2">
            <a:duotone>
              <a:schemeClr val="phClr">
                <a:shade val="48000"/>
                <a:hueMod val="106000"/>
                <a:satMod val="140000"/>
                <a:lumMod val="42000"/>
              </a:schemeClr>
              <a:schemeClr val="phClr">
                <a:tint val="98000"/>
                <a:hueMod val="92000"/>
                <a:satMod val="220000"/>
                <a:lumMod val="90000"/>
              </a:schemeClr>
            </a:duotone>
          </a:blip>
          <a:stretch/>
        </a:blipFill>
      </a:bgFillStyleLst>
    </a:fmtScheme>
  </a:themeElements>
  <a:objectDefaults/>
  <a:extraClrSchemeLst/>
  <a:extLst>
    <a:ext uri="{05A4C25C-085E-4340-85A3-A5531E510DB2}">
      <thm15:themeFamily xmlns:thm15="http://schemas.microsoft.com/office/thememl/2012/main" name="Circuit" id="{0AC2F7E7-15F5-431C-B2A2-456FE929F56C}" vid="{142578CA-DEC9-49C3-80AF-C113973CC9A9}"/>
    </a:ext>
  </a:extLst>
</a:theme>
</file>

<file path=docProps/app.xml><?xml version="1.0" encoding="utf-8"?>
<Properties xmlns="http://schemas.openxmlformats.org/officeDocument/2006/extended-properties" xmlns:vt="http://schemas.openxmlformats.org/officeDocument/2006/docPropsVTypes">
  <Template>TM04033919[[fn=Circuit]]</Template>
  <TotalTime>463</TotalTime>
  <Words>1040</Words>
  <Application>Microsoft Office PowerPoint</Application>
  <PresentationFormat>Widescreen</PresentationFormat>
  <Paragraphs>71</Paragraphs>
  <Slides>19</Slides>
  <Notes>0</Notes>
  <HiddenSlides>0</HiddenSlides>
  <MMClips>0</MMClips>
  <ScaleCrop>false</ScaleCrop>
  <HeadingPairs>
    <vt:vector size="6" baseType="variant">
      <vt:variant>
        <vt:lpstr>Fonts Used</vt:lpstr>
      </vt:variant>
      <vt:variant>
        <vt:i4>8</vt:i4>
      </vt:variant>
      <vt:variant>
        <vt:lpstr>Theme</vt:lpstr>
      </vt:variant>
      <vt:variant>
        <vt:i4>1</vt:i4>
      </vt:variant>
      <vt:variant>
        <vt:lpstr>Slide Titles</vt:lpstr>
      </vt:variant>
      <vt:variant>
        <vt:i4>19</vt:i4>
      </vt:variant>
    </vt:vector>
  </HeadingPairs>
  <TitlesOfParts>
    <vt:vector size="28" baseType="lpstr">
      <vt:lpstr>Arial</vt:lpstr>
      <vt:lpstr>Arial Black</vt:lpstr>
      <vt:lpstr>Calibri</vt:lpstr>
      <vt:lpstr>Calibri Light</vt:lpstr>
      <vt:lpstr>Symbol</vt:lpstr>
      <vt:lpstr>Times New Roman</vt:lpstr>
      <vt:lpstr>Tw Cen MT</vt:lpstr>
      <vt:lpstr>Wingdings</vt:lpstr>
      <vt:lpstr>Circuit</vt:lpstr>
      <vt:lpstr>Dual steganography for hiding text in video using linked list method</vt:lpstr>
      <vt:lpstr>PowerPoint Presentation</vt:lpstr>
      <vt:lpstr>PowerPoint Presentation</vt:lpstr>
      <vt:lpstr>PowerPoint Presentation</vt:lpstr>
      <vt:lpstr>PowerPoint Presentation</vt:lpstr>
      <vt:lpstr>PowerPoint Presentation</vt:lpstr>
      <vt:lpstr>Modules</vt:lpstr>
      <vt:lpstr>Diagrams:</vt:lpstr>
      <vt:lpstr>PowerPoint Presentation</vt:lpstr>
      <vt:lpstr>implementation</vt:lpstr>
      <vt:lpstr>Screenshots</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shivaniraocheeti06@gmail.com</dc:creator>
  <cp:lastModifiedBy>Ram Arun Balthu</cp:lastModifiedBy>
  <cp:revision>27</cp:revision>
  <dcterms:created xsi:type="dcterms:W3CDTF">2018-06-21T18:09:36Z</dcterms:created>
  <dcterms:modified xsi:type="dcterms:W3CDTF">2026-02-21T00:24:06Z</dcterms:modified>
</cp:coreProperties>
</file>